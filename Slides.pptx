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handoutMasterIdLst>
    <p:handoutMasterId r:id="rId18"/>
  </p:handoutMasterIdLst>
  <p:sldIdLst>
    <p:sldId id="257" r:id="rId3"/>
    <p:sldId id="260" r:id="rId4"/>
    <p:sldId id="278" r:id="rId5"/>
    <p:sldId id="279" r:id="rId6"/>
    <p:sldId id="280" r:id="rId7"/>
    <p:sldId id="281" r:id="rId8"/>
    <p:sldId id="282" r:id="rId9"/>
    <p:sldId id="283" r:id="rId10"/>
    <p:sldId id="286" r:id="rId11"/>
    <p:sldId id="284" r:id="rId12"/>
    <p:sldId id="287" r:id="rId13"/>
    <p:sldId id="285" r:id="rId14"/>
    <p:sldId id="288" r:id="rId15"/>
    <p:sldId id="277" r:id="rId16"/>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59"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483810881" name="WPS_1679281038" initials="W" lastIdx="1" clrIdx="2"/>
  <p:cmAuthor id="1" name="123" initials="1" lastIdx="1" clrIdx="0"/>
  <p:cmAuthor id="2" name="作者"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159"/>
        <p:guide pos="3840"/>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2" Type="http://schemas.openxmlformats.org/officeDocument/2006/relationships/commentAuthors" Target="commentAuthors.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handoutMaster" Target="handoutMasters/handoutMaster1.xml"/><Relationship Id="rId17" Type="http://schemas.openxmlformats.org/officeDocument/2006/relationships/notesMaster" Target="notesMasters/notesMaster1.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8" Type="http://schemas.openxmlformats.org/officeDocument/2006/relationships/tags" Target="../tags/tag22.xml"/><Relationship Id="rId7" Type="http://schemas.openxmlformats.org/officeDocument/2006/relationships/tags" Target="../tags/tag21.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9" Type="http://schemas.openxmlformats.org/officeDocument/2006/relationships/tags" Target="../tags/tag30.xml"/><Relationship Id="rId8" Type="http://schemas.openxmlformats.org/officeDocument/2006/relationships/tags" Target="../tags/tag29.xml"/><Relationship Id="rId7" Type="http://schemas.openxmlformats.org/officeDocument/2006/relationships/tags" Target="../tags/tag28.xml"/><Relationship Id="rId6" Type="http://schemas.openxmlformats.org/officeDocument/2006/relationships/tags" Target="../tags/tag27.xml"/><Relationship Id="rId5" Type="http://schemas.openxmlformats.org/officeDocument/2006/relationships/tags" Target="../tags/tag26.xml"/><Relationship Id="rId4" Type="http://schemas.openxmlformats.org/officeDocument/2006/relationships/tags" Target="../tags/tag25.xml"/><Relationship Id="rId3" Type="http://schemas.openxmlformats.org/officeDocument/2006/relationships/tags" Target="../tags/tag24.xml"/><Relationship Id="rId2" Type="http://schemas.openxmlformats.org/officeDocument/2006/relationships/tags" Target="../tags/tag23.xml"/><Relationship Id="rId10" Type="http://schemas.openxmlformats.org/officeDocument/2006/relationships/tags" Target="../tags/tag31.xm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7" Type="http://schemas.openxmlformats.org/officeDocument/2006/relationships/tags" Target="../tags/tag37.xml"/><Relationship Id="rId6" Type="http://schemas.openxmlformats.org/officeDocument/2006/relationships/tags" Target="../tags/tag36.xml"/><Relationship Id="rId5" Type="http://schemas.openxmlformats.org/officeDocument/2006/relationships/tags" Target="../tags/tag35.xml"/><Relationship Id="rId4" Type="http://schemas.openxmlformats.org/officeDocument/2006/relationships/tags" Target="../tags/tag34.xml"/><Relationship Id="rId3" Type="http://schemas.openxmlformats.org/officeDocument/2006/relationships/tags" Target="../tags/tag33.xml"/><Relationship Id="rId2" Type="http://schemas.openxmlformats.org/officeDocument/2006/relationships/tags" Target="../tags/tag32.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9" Type="http://schemas.openxmlformats.org/officeDocument/2006/relationships/tags" Target="../tags/tag45.xml"/><Relationship Id="rId8" Type="http://schemas.openxmlformats.org/officeDocument/2006/relationships/tags" Target="../tags/tag44.xml"/><Relationship Id="rId7" Type="http://schemas.openxmlformats.org/officeDocument/2006/relationships/tags" Target="../tags/tag43.xml"/><Relationship Id="rId6" Type="http://schemas.openxmlformats.org/officeDocument/2006/relationships/tags" Target="../tags/tag42.xml"/><Relationship Id="rId5" Type="http://schemas.openxmlformats.org/officeDocument/2006/relationships/tags" Target="../tags/tag41.xml"/><Relationship Id="rId4" Type="http://schemas.openxmlformats.org/officeDocument/2006/relationships/tags" Target="../tags/tag40.xml"/><Relationship Id="rId3" Type="http://schemas.openxmlformats.org/officeDocument/2006/relationships/tags" Target="../tags/tag39.xml"/><Relationship Id="rId2" Type="http://schemas.openxmlformats.org/officeDocument/2006/relationships/tags" Target="../tags/tag38.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5" Type="http://schemas.openxmlformats.org/officeDocument/2006/relationships/tags" Target="../tags/tag49.xml"/><Relationship Id="rId4" Type="http://schemas.openxmlformats.org/officeDocument/2006/relationships/tags" Target="../tags/tag48.xml"/><Relationship Id="rId3" Type="http://schemas.openxmlformats.org/officeDocument/2006/relationships/tags" Target="../tags/tag47.xml"/><Relationship Id="rId2" Type="http://schemas.openxmlformats.org/officeDocument/2006/relationships/tags" Target="../tags/tag46.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4" Type="http://schemas.openxmlformats.org/officeDocument/2006/relationships/tags" Target="../tags/tag52.xml"/><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5" Type="http://schemas.openxmlformats.org/officeDocument/2006/relationships/tags" Target="../tags/tag56.xml"/><Relationship Id="rId4" Type="http://schemas.openxmlformats.org/officeDocument/2006/relationships/tags" Target="../tags/tag55.xml"/><Relationship Id="rId3" Type="http://schemas.openxmlformats.org/officeDocument/2006/relationships/tags" Target="../tags/tag54.xml"/><Relationship Id="rId2" Type="http://schemas.openxmlformats.org/officeDocument/2006/relationships/tags" Target="../tags/tag53.xm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6" Type="http://schemas.openxmlformats.org/officeDocument/2006/relationships/tags" Target="../tags/tag61.xml"/><Relationship Id="rId5" Type="http://schemas.openxmlformats.org/officeDocument/2006/relationships/tags" Target="../tags/tag60.xml"/><Relationship Id="rId4" Type="http://schemas.openxmlformats.org/officeDocument/2006/relationships/tags" Target="../tags/tag59.xml"/><Relationship Id="rId3" Type="http://schemas.openxmlformats.org/officeDocument/2006/relationships/tags" Target="../tags/tag58.xml"/><Relationship Id="rId2" Type="http://schemas.openxmlformats.org/officeDocument/2006/relationships/tags" Target="../tags/tag57.xm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9" Type="http://schemas.openxmlformats.org/officeDocument/2006/relationships/tags" Target="../tags/tag69.xml"/><Relationship Id="rId8" Type="http://schemas.openxmlformats.org/officeDocument/2006/relationships/tags" Target="../tags/tag68.xml"/><Relationship Id="rId7" Type="http://schemas.openxmlformats.org/officeDocument/2006/relationships/tags" Target="../tags/tag67.xml"/><Relationship Id="rId6" Type="http://schemas.openxmlformats.org/officeDocument/2006/relationships/tags" Target="../tags/tag66.xml"/><Relationship Id="rId5" Type="http://schemas.openxmlformats.org/officeDocument/2006/relationships/tags" Target="../tags/tag65.xml"/><Relationship Id="rId4" Type="http://schemas.openxmlformats.org/officeDocument/2006/relationships/tags" Target="../tags/tag64.xml"/><Relationship Id="rId3" Type="http://schemas.openxmlformats.org/officeDocument/2006/relationships/tags" Target="../tags/tag63.xml"/><Relationship Id="rId2" Type="http://schemas.openxmlformats.org/officeDocument/2006/relationships/tags" Target="../tags/tag62.xml"/><Relationship Id="rId11" Type="http://schemas.openxmlformats.org/officeDocument/2006/relationships/tags" Target="../tags/tag71.xml"/><Relationship Id="rId10" Type="http://schemas.openxmlformats.org/officeDocument/2006/relationships/tags" Target="../tags/tag70.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showMasterSp="0" userDrawn="1">
  <p:cSld name="标题幻灯片">
    <p:spTree>
      <p:nvGrpSpPr>
        <p:cNvPr id="1" name=""/>
        <p:cNvGrpSpPr/>
        <p:nvPr/>
      </p:nvGrpSpPr>
      <p:grpSpPr>
        <a:xfrm>
          <a:off x="0" y="0"/>
          <a:ext cx="0" cy="0"/>
          <a:chOff x="0" y="0"/>
          <a:chExt cx="0" cy="0"/>
        </a:xfrm>
      </p:grpSpPr>
      <p:sp>
        <p:nvSpPr>
          <p:cNvPr id="8" name="@path_Ellipse 9 (Stroke)-2050&amp;12778"/>
          <p:cNvSpPr/>
          <p:nvPr userDrawn="1">
            <p:custDataLst>
              <p:tags r:id="rId2"/>
            </p:custDataLst>
          </p:nvPr>
        </p:nvSpPr>
        <p:spPr>
          <a:xfrm>
            <a:off x="9144000" y="0"/>
            <a:ext cx="3044952" cy="4014216"/>
          </a:xfrm>
          <a:custGeom>
            <a:avLst/>
            <a:gdLst/>
            <a:ahLst/>
            <a:cxnLst/>
            <a:rect l="l" t="t" r="r" b="b"/>
            <a:pathLst>
              <a:path w="3044952" h="4014216">
                <a:moveTo>
                  <a:pt x="694944" y="0"/>
                </a:moveTo>
                <a:cubicBezTo>
                  <a:pt x="576072" y="301752"/>
                  <a:pt x="512064" y="621792"/>
                  <a:pt x="512064" y="969264"/>
                </a:cubicBezTo>
                <a:cubicBezTo>
                  <a:pt x="512064" y="2368296"/>
                  <a:pt x="1645920" y="3502152"/>
                  <a:pt x="3044952" y="3502152"/>
                </a:cubicBezTo>
                <a:lnTo>
                  <a:pt x="3044952" y="4014216"/>
                </a:lnTo>
                <a:cubicBezTo>
                  <a:pt x="1362456" y="4014216"/>
                  <a:pt x="0" y="2651760"/>
                  <a:pt x="0" y="969264"/>
                </a:cubicBezTo>
                <a:cubicBezTo>
                  <a:pt x="0" y="630936"/>
                  <a:pt x="54864" y="301752"/>
                  <a:pt x="155448" y="0"/>
                </a:cubicBezTo>
                <a:lnTo>
                  <a:pt x="694944" y="0"/>
                </a:lnTo>
              </a:path>
            </a:pathLst>
          </a:custGeom>
          <a:solidFill>
            <a:schemeClr val="accent1">
              <a:alpha val="10000"/>
            </a:schemeClr>
          </a:solidFill>
        </p:spPr>
        <p:txBody>
          <a:bodyPr/>
          <a:lstStyle/>
          <a:p>
            <a:endParaRPr lang="zh-CN" altLang="en-US"/>
          </a:p>
        </p:txBody>
      </p:sp>
      <p:sp>
        <p:nvSpPr>
          <p:cNvPr id="9" name="Ellipse 3 (Stroke)_#color-2050&amp;12715"/>
          <p:cNvSpPr/>
          <p:nvPr userDrawn="1">
            <p:custDataLst>
              <p:tags r:id="rId3"/>
            </p:custDataLst>
          </p:nvPr>
        </p:nvSpPr>
        <p:spPr>
          <a:xfrm>
            <a:off x="6184392" y="1938528"/>
            <a:ext cx="6007608" cy="4919472"/>
          </a:xfrm>
          <a:custGeom>
            <a:avLst/>
            <a:gdLst/>
            <a:ahLst/>
            <a:cxnLst/>
            <a:rect l="l" t="t" r="r" b="b"/>
            <a:pathLst>
              <a:path w="6007608" h="4919472">
                <a:moveTo>
                  <a:pt x="6007608" y="640080"/>
                </a:moveTo>
                <a:cubicBezTo>
                  <a:pt x="5394960" y="237744"/>
                  <a:pt x="4663440" y="0"/>
                  <a:pt x="3877056" y="0"/>
                </a:cubicBezTo>
                <a:cubicBezTo>
                  <a:pt x="1737360" y="0"/>
                  <a:pt x="0" y="1737360"/>
                  <a:pt x="0" y="3877056"/>
                </a:cubicBezTo>
                <a:cubicBezTo>
                  <a:pt x="0" y="4233672"/>
                  <a:pt x="45720" y="4581144"/>
                  <a:pt x="137160" y="4919472"/>
                </a:cubicBezTo>
                <a:lnTo>
                  <a:pt x="676656" y="4919472"/>
                </a:lnTo>
                <a:cubicBezTo>
                  <a:pt x="566928" y="4590288"/>
                  <a:pt x="512064" y="4233672"/>
                  <a:pt x="512064" y="3877056"/>
                </a:cubicBezTo>
                <a:cubicBezTo>
                  <a:pt x="512064" y="2011680"/>
                  <a:pt x="2011680" y="512064"/>
                  <a:pt x="3877056" y="512064"/>
                </a:cubicBezTo>
                <a:cubicBezTo>
                  <a:pt x="4681728" y="512064"/>
                  <a:pt x="5422392" y="795528"/>
                  <a:pt x="6007608" y="1271016"/>
                </a:cubicBezTo>
                <a:lnTo>
                  <a:pt x="6007608" y="640080"/>
                </a:lnTo>
              </a:path>
            </a:pathLst>
          </a:custGeom>
          <a:solidFill>
            <a:schemeClr val="accent1"/>
          </a:solidFill>
        </p:spPr>
      </p:sp>
      <p:sp>
        <p:nvSpPr>
          <p:cNvPr id="11" name="Ellipse 8 (Stroke)_#color-2050&amp;12718"/>
          <p:cNvSpPr/>
          <p:nvPr userDrawn="1">
            <p:custDataLst>
              <p:tags r:id="rId4"/>
            </p:custDataLst>
          </p:nvPr>
        </p:nvSpPr>
        <p:spPr>
          <a:xfrm>
            <a:off x="5312664" y="4581144"/>
            <a:ext cx="630936" cy="1984248"/>
          </a:xfrm>
          <a:custGeom>
            <a:avLst/>
            <a:gdLst/>
            <a:ahLst/>
            <a:cxnLst/>
            <a:rect l="l" t="t" r="r" b="b"/>
            <a:pathLst>
              <a:path w="630936" h="1984248">
                <a:moveTo>
                  <a:pt x="438912" y="9144"/>
                </a:moveTo>
                <a:cubicBezTo>
                  <a:pt x="576072" y="45720"/>
                  <a:pt x="658368" y="182880"/>
                  <a:pt x="621792" y="320040"/>
                </a:cubicBezTo>
                <a:cubicBezTo>
                  <a:pt x="512064" y="749808"/>
                  <a:pt x="475488" y="1216152"/>
                  <a:pt x="539496" y="1691640"/>
                </a:cubicBezTo>
                <a:cubicBezTo>
                  <a:pt x="557784" y="1828800"/>
                  <a:pt x="457200" y="1956816"/>
                  <a:pt x="320040" y="1975104"/>
                </a:cubicBezTo>
                <a:cubicBezTo>
                  <a:pt x="182880" y="1993392"/>
                  <a:pt x="54864" y="1901952"/>
                  <a:pt x="36576" y="1755648"/>
                </a:cubicBezTo>
                <a:cubicBezTo>
                  <a:pt x="-36576" y="1216152"/>
                  <a:pt x="0" y="685800"/>
                  <a:pt x="128016" y="192024"/>
                </a:cubicBezTo>
                <a:cubicBezTo>
                  <a:pt x="164592" y="54864"/>
                  <a:pt x="301752" y="-27432"/>
                  <a:pt x="438912" y="9144"/>
                </a:cubicBezTo>
              </a:path>
            </a:pathLst>
          </a:custGeom>
          <a:solidFill>
            <a:schemeClr val="accent1"/>
          </a:solidFill>
        </p:spPr>
      </p:sp>
      <p:sp>
        <p:nvSpPr>
          <p:cNvPr id="12" name="Ellipse 4 (Stroke)_#color_$accent2_$accent2-2050&amp;12721"/>
          <p:cNvSpPr/>
          <p:nvPr userDrawn="1">
            <p:custDataLst>
              <p:tags r:id="rId5"/>
            </p:custDataLst>
          </p:nvPr>
        </p:nvSpPr>
        <p:spPr>
          <a:xfrm>
            <a:off x="6739128" y="1947672"/>
            <a:ext cx="5449824" cy="2194560"/>
          </a:xfrm>
          <a:custGeom>
            <a:avLst/>
            <a:gdLst/>
            <a:ahLst/>
            <a:cxnLst/>
            <a:rect l="l" t="t" r="r" b="b"/>
            <a:pathLst>
              <a:path w="5449824" h="2194560">
                <a:moveTo>
                  <a:pt x="5449824" y="640080"/>
                </a:moveTo>
                <a:lnTo>
                  <a:pt x="5449824" y="1280160"/>
                </a:lnTo>
                <a:cubicBezTo>
                  <a:pt x="4864608" y="795528"/>
                  <a:pt x="4123944" y="512064"/>
                  <a:pt x="3310128" y="512064"/>
                </a:cubicBezTo>
                <a:cubicBezTo>
                  <a:pt x="2112264" y="512064"/>
                  <a:pt x="1060704" y="1133856"/>
                  <a:pt x="466344" y="2075688"/>
                </a:cubicBezTo>
                <a:cubicBezTo>
                  <a:pt x="393192" y="2194560"/>
                  <a:pt x="237744" y="2221992"/>
                  <a:pt x="118872" y="2148840"/>
                </a:cubicBezTo>
                <a:cubicBezTo>
                  <a:pt x="0" y="2075688"/>
                  <a:pt x="-36576" y="1920240"/>
                  <a:pt x="36576" y="1801368"/>
                </a:cubicBezTo>
                <a:cubicBezTo>
                  <a:pt x="722376" y="722376"/>
                  <a:pt x="1929384" y="0"/>
                  <a:pt x="3310128" y="0"/>
                </a:cubicBezTo>
                <a:cubicBezTo>
                  <a:pt x="4096512" y="0"/>
                  <a:pt x="4837176" y="237744"/>
                  <a:pt x="5449824" y="640080"/>
                </a:cubicBezTo>
              </a:path>
            </a:pathLst>
          </a:custGeom>
          <a:gradFill>
            <a:gsLst>
              <a:gs pos="0">
                <a:schemeClr val="accent1">
                  <a:lumMod val="75000"/>
                  <a:alpha val="70000"/>
                </a:schemeClr>
              </a:gs>
              <a:gs pos="70313">
                <a:schemeClr val="accent2">
                  <a:alpha val="0"/>
                </a:schemeClr>
              </a:gs>
            </a:gsLst>
            <a:lin ang="74674" scaled="0"/>
          </a:gradFill>
          <a:ln w="25400">
            <a:noFill/>
          </a:ln>
          <a:effectLst/>
        </p:spPr>
        <p:style>
          <a:lnRef idx="2">
            <a:schemeClr val="accent1">
              <a:lumMod val="75000"/>
            </a:schemeClr>
          </a:lnRef>
          <a:fillRef idx="1">
            <a:schemeClr val="accent1"/>
          </a:fillRef>
          <a:effectRef idx="0">
            <a:srgbClr val="FFFFFF"/>
          </a:effectRef>
          <a:fontRef idx="minor">
            <a:schemeClr val="lt1"/>
          </a:fontRef>
        </p:style>
      </p:sp>
      <p:sp>
        <p:nvSpPr>
          <p:cNvPr id="13" name="Ellipse 10 (Stroke)_#color-2050&amp;12724"/>
          <p:cNvSpPr/>
          <p:nvPr userDrawn="1">
            <p:custDataLst>
              <p:tags r:id="rId6"/>
            </p:custDataLst>
          </p:nvPr>
        </p:nvSpPr>
        <p:spPr>
          <a:xfrm>
            <a:off x="0" y="0"/>
            <a:ext cx="1746504" cy="1655064"/>
          </a:xfrm>
          <a:custGeom>
            <a:avLst/>
            <a:gdLst/>
            <a:ahLst/>
            <a:cxnLst/>
            <a:rect l="l" t="t" r="r" b="b"/>
            <a:pathLst>
              <a:path w="1746504" h="1655064">
                <a:moveTo>
                  <a:pt x="0" y="1133856"/>
                </a:moveTo>
                <a:cubicBezTo>
                  <a:pt x="384048" y="1051560"/>
                  <a:pt x="731520" y="841248"/>
                  <a:pt x="978408" y="502920"/>
                </a:cubicBezTo>
                <a:cubicBezTo>
                  <a:pt x="1088136" y="347472"/>
                  <a:pt x="1170432" y="173736"/>
                  <a:pt x="1216152" y="0"/>
                </a:cubicBezTo>
                <a:lnTo>
                  <a:pt x="1746504" y="0"/>
                </a:lnTo>
                <a:cubicBezTo>
                  <a:pt x="1682496" y="274320"/>
                  <a:pt x="1563624" y="548640"/>
                  <a:pt x="1389888" y="795528"/>
                </a:cubicBezTo>
                <a:cubicBezTo>
                  <a:pt x="1042416" y="1271016"/>
                  <a:pt x="539496" y="1563624"/>
                  <a:pt x="0" y="1655064"/>
                </a:cubicBezTo>
                <a:lnTo>
                  <a:pt x="0" y="1133856"/>
                </a:lnTo>
              </a:path>
            </a:pathLst>
          </a:custGeom>
          <a:solidFill>
            <a:schemeClr val="accent1">
              <a:alpha val="10000"/>
            </a:schemeClr>
          </a:solidFill>
        </p:spPr>
      </p:sp>
      <p:sp>
        <p:nvSpPr>
          <p:cNvPr id="2" name="标题 1"/>
          <p:cNvSpPr>
            <a:spLocks noGrp="1"/>
          </p:cNvSpPr>
          <p:nvPr>
            <p:ph type="ctrTitle"/>
            <p:custDataLst>
              <p:tags r:id="rId7"/>
            </p:custDataLst>
          </p:nvPr>
        </p:nvSpPr>
        <p:spPr>
          <a:xfrm>
            <a:off x="873125" y="1811020"/>
            <a:ext cx="5765800" cy="2076450"/>
          </a:xfrm>
        </p:spPr>
        <p:txBody>
          <a:bodyPr wrap="square" anchor="b" anchorCtr="0">
            <a:normAutofit/>
          </a:bodyPr>
          <a:lstStyle>
            <a:lvl1pPr algn="l">
              <a:lnSpc>
                <a:spcPct val="100000"/>
              </a:lnSpc>
              <a:defRPr sz="5400">
                <a:solidFill>
                  <a:schemeClr val="tx1"/>
                </a:solidFill>
                <a:latin typeface="+mj-ea"/>
                <a:ea typeface="+mj-ea"/>
                <a:cs typeface="+mj-ea"/>
              </a:defRPr>
            </a:lvl1pPr>
          </a:lstStyle>
          <a:p>
            <a:r>
              <a:rPr lang="zh-CN" altLang="en-US" dirty="0"/>
              <a:t>单击此处编辑母版标题样式</a:t>
            </a:r>
            <a:endParaRPr lang="zh-CN" altLang="en-US" dirty="0"/>
          </a:p>
        </p:txBody>
      </p:sp>
      <p:sp>
        <p:nvSpPr>
          <p:cNvPr id="4" name="日期占位符 3"/>
          <p:cNvSpPr>
            <a:spLocks noGrp="1"/>
          </p:cNvSpPr>
          <p:nvPr>
            <p:ph type="dt" sz="half" idx="10"/>
            <p:custDataLst>
              <p:tags r:id="rId8"/>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9"/>
            </p:custDataLst>
          </p:nvPr>
        </p:nvSpPr>
        <p:spPr/>
        <p:txBody>
          <a:bodyPr>
            <a:normAutofit/>
          </a:bodyPr>
          <a:lstStyle/>
          <a:p>
            <a:endParaRPr lang="zh-CN" altLang="en-US" dirty="0"/>
          </a:p>
        </p:txBody>
      </p:sp>
      <p:sp>
        <p:nvSpPr>
          <p:cNvPr id="6" name="灯片编号占位符 5"/>
          <p:cNvSpPr>
            <a:spLocks noGrp="1"/>
          </p:cNvSpPr>
          <p:nvPr>
            <p:ph type="sldNum" sz="quarter" idx="12"/>
            <p:custDataLst>
              <p:tags r:id="rId10"/>
            </p:custDataLst>
          </p:nvPr>
        </p:nvSpPr>
        <p:spPr>
          <a:xfrm>
            <a:off x="8610600" y="6356350"/>
            <a:ext cx="2743200" cy="365125"/>
          </a:xfrm>
        </p:spPr>
        <p:txBody>
          <a:bodyPr wrap="square">
            <a:normAutofit/>
          </a:bodyPr>
          <a:lstStyle/>
          <a:p>
            <a:fld id="{BE5F26B5-172A-4DC2-B0B7-181CFC56B87C}" type="slidenum">
              <a:rPr lang="zh-CN" altLang="en-US" smtClean="0"/>
            </a:fld>
            <a:endParaRPr lang="zh-CN" altLang="en-US"/>
          </a:p>
        </p:txBody>
      </p:sp>
      <p:sp>
        <p:nvSpPr>
          <p:cNvPr id="24" name="署名占位符 10"/>
          <p:cNvSpPr>
            <a:spLocks noGrp="1"/>
          </p:cNvSpPr>
          <p:nvPr>
            <p:ph type="body" sz="quarter" idx="17" hasCustomPrompt="1"/>
            <p:custDataLst>
              <p:tags r:id="rId11"/>
            </p:custDataLst>
          </p:nvPr>
        </p:nvSpPr>
        <p:spPr>
          <a:xfrm>
            <a:off x="838200" y="4229100"/>
            <a:ext cx="2654935" cy="606425"/>
          </a:xfrm>
          <a:prstGeom prst="roundRect">
            <a:avLst>
              <a:gd name="adj" fmla="val 50000"/>
            </a:avLst>
          </a:prstGeom>
          <a:solidFill>
            <a:schemeClr val="accent1"/>
          </a:solidFill>
        </p:spPr>
        <p:txBody>
          <a:bodyPr wrap="square" anchor="ctr">
            <a:normAutofit/>
          </a:bodyPr>
          <a:lstStyle>
            <a:lvl1pPr marL="0" indent="0" algn="ctr">
              <a:lnSpc>
                <a:spcPct val="100000"/>
              </a:lnSpc>
              <a:buNone/>
              <a:defRPr sz="2400">
                <a:solidFill>
                  <a:srgbClr val="FFFFFF"/>
                </a:solidFill>
                <a:latin typeface="+mn-ea"/>
                <a:ea typeface="+mn-ea"/>
                <a:cs typeface="+mn-ea"/>
              </a:defRPr>
            </a:lvl1pPr>
          </a:lstStyle>
          <a:p>
            <a:pPr lvl="0"/>
            <a:r>
              <a:rPr lang="zh-CN" altLang="en-US" dirty="0"/>
              <a:t>署名</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 name="内容占位符 2"/>
          <p:cNvSpPr>
            <a:spLocks noGrp="1"/>
          </p:cNvSpPr>
          <p:nvPr>
            <p:ph idx="1"/>
            <p:custDataLst>
              <p:tags r:id="rId2"/>
            </p:custDataLst>
          </p:nvPr>
        </p:nvSpPr>
        <p:spPr/>
        <p:txBody>
          <a:bodyPr wrap="square">
            <a:normAutofit/>
          </a:bodyPr>
          <a:lstStyle>
            <a:lvl1pPr>
              <a:defRPr>
                <a:latin typeface="+mn-ea"/>
                <a:ea typeface="+mn-ea"/>
                <a:cs typeface="+mn-ea"/>
              </a:defRPr>
            </a:lvl1pPr>
            <a:lvl2pPr>
              <a:defRPr>
                <a:latin typeface="+mn-ea"/>
                <a:ea typeface="+mn-ea"/>
                <a:cs typeface="+mn-ea"/>
              </a:defRPr>
            </a:lvl2pPr>
            <a:lvl3pPr>
              <a:defRPr>
                <a:latin typeface="+mn-ea"/>
                <a:ea typeface="+mn-ea"/>
                <a:cs typeface="+mn-ea"/>
              </a:defRPr>
            </a:lvl3pPr>
            <a:lvl4pPr>
              <a:defRPr>
                <a:latin typeface="+mn-ea"/>
                <a:ea typeface="+mn-ea"/>
                <a:cs typeface="+mn-ea"/>
              </a:defRPr>
            </a:lvl4pPr>
            <a:lvl5pPr>
              <a:defRPr>
                <a:latin typeface="+mn-ea"/>
                <a:ea typeface="+mn-ea"/>
                <a:cs typeface="+mn-ea"/>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7" name="日期占位符 6"/>
          <p:cNvSpPr>
            <a:spLocks noGrp="1"/>
          </p:cNvSpPr>
          <p:nvPr>
            <p:ph type="dt" sz="half" idx="10"/>
            <p:custDataLst>
              <p:tags r:id="rId3"/>
            </p:custDataLst>
          </p:nvPr>
        </p:nvSpPr>
        <p:spPr/>
        <p:txBody>
          <a:bodyPr/>
          <a:lstStyle/>
          <a:p>
            <a:fld id="{5592522B-0F24-4480-B9DD-A9474A6880D6}" type="datetimeFigureOut">
              <a:rPr lang="zh-CN" altLang="en-US" smtClean="0"/>
            </a:fld>
            <a:endParaRPr lang="zh-CN" altLang="en-US"/>
          </a:p>
        </p:txBody>
      </p:sp>
      <p:sp>
        <p:nvSpPr>
          <p:cNvPr id="8" name="页脚占位符 7"/>
          <p:cNvSpPr>
            <a:spLocks noGrp="1"/>
          </p:cNvSpPr>
          <p:nvPr>
            <p:ph type="ftr" sz="quarter" idx="11"/>
            <p:custDataLst>
              <p:tags r:id="rId4"/>
            </p:custDataLst>
          </p:nvPr>
        </p:nvSpPr>
        <p:spPr/>
        <p:txBody>
          <a:bodyPr/>
          <a:lstStyle/>
          <a:p>
            <a:endParaRPr lang="zh-CN" altLang="en-US" dirty="0"/>
          </a:p>
        </p:txBody>
      </p:sp>
      <p:sp>
        <p:nvSpPr>
          <p:cNvPr id="9" name="灯片编号占位符 8"/>
          <p:cNvSpPr>
            <a:spLocks noGrp="1"/>
          </p:cNvSpPr>
          <p:nvPr>
            <p:ph type="sldNum" sz="quarter" idx="12"/>
            <p:custDataLst>
              <p:tags r:id="rId5"/>
            </p:custDataLst>
          </p:nvPr>
        </p:nvSpPr>
        <p:spPr/>
        <p:txBody>
          <a:bodyPr/>
          <a:lstStyle/>
          <a:p>
            <a:fld id="{BE5F26B5-172A-4DC2-B0B7-181CFC56B87C}" type="slidenum">
              <a:rPr lang="zh-CN" altLang="en-US" smtClean="0"/>
            </a:fld>
            <a:endParaRPr lang="zh-CN" altLang="en-US"/>
          </a:p>
        </p:txBody>
      </p:sp>
      <p:sp>
        <p:nvSpPr>
          <p:cNvPr id="10" name="标题 9"/>
          <p:cNvSpPr>
            <a:spLocks noGrp="1"/>
          </p:cNvSpPr>
          <p:nvPr>
            <p:ph type="title"/>
            <p:custDataLst>
              <p:tags r:id="rId6"/>
            </p:custDataLst>
          </p:nvPr>
        </p:nvSpPr>
        <p:spPr/>
        <p:txBody>
          <a:bodyPr/>
          <a:lstStyle/>
          <a:p>
            <a:r>
              <a:rPr lang="zh-CN" altLang="en-US"/>
              <a:t>单击此处编辑母版标题样式</a:t>
            </a:r>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showMasterSp="0" userDrawn="1">
  <p:cSld name="目录">
    <p:spTree>
      <p:nvGrpSpPr>
        <p:cNvPr id="1" name=""/>
        <p:cNvGrpSpPr/>
        <p:nvPr/>
      </p:nvGrpSpPr>
      <p:grpSpPr>
        <a:xfrm>
          <a:off x="0" y="0"/>
          <a:ext cx="0" cy="0"/>
          <a:chOff x="0" y="0"/>
          <a:chExt cx="0" cy="0"/>
        </a:xfrm>
      </p:grpSpPr>
      <p:sp>
        <p:nvSpPr>
          <p:cNvPr id="4" name="Ellipse 75 (Stroke)_#color-2050&amp;12727"/>
          <p:cNvSpPr/>
          <p:nvPr userDrawn="1">
            <p:custDataLst>
              <p:tags r:id="rId2"/>
            </p:custDataLst>
          </p:nvPr>
        </p:nvSpPr>
        <p:spPr>
          <a:xfrm>
            <a:off x="3282696" y="0"/>
            <a:ext cx="2304288" cy="6858000"/>
          </a:xfrm>
          <a:custGeom>
            <a:avLst/>
            <a:gdLst/>
            <a:ahLst/>
            <a:cxnLst/>
            <a:rect l="l" t="t" r="r" b="b"/>
            <a:pathLst>
              <a:path w="2304288" h="6858000">
                <a:moveTo>
                  <a:pt x="0" y="6858000"/>
                </a:moveTo>
                <a:lnTo>
                  <a:pt x="813816" y="6858000"/>
                </a:lnTo>
                <a:cubicBezTo>
                  <a:pt x="1728216" y="6007608"/>
                  <a:pt x="2304288" y="4782312"/>
                  <a:pt x="2304288" y="3429000"/>
                </a:cubicBezTo>
                <a:cubicBezTo>
                  <a:pt x="2304288" y="2075688"/>
                  <a:pt x="1728216" y="850392"/>
                  <a:pt x="813816" y="0"/>
                </a:cubicBezTo>
                <a:lnTo>
                  <a:pt x="0" y="0"/>
                </a:lnTo>
                <a:cubicBezTo>
                  <a:pt x="1088136" y="749808"/>
                  <a:pt x="1801368" y="2011680"/>
                  <a:pt x="1801368" y="3429000"/>
                </a:cubicBezTo>
                <a:cubicBezTo>
                  <a:pt x="1801368" y="4846320"/>
                  <a:pt x="1088136" y="6108192"/>
                  <a:pt x="0" y="6858000"/>
                </a:cubicBezTo>
              </a:path>
            </a:pathLst>
          </a:custGeom>
          <a:solidFill>
            <a:schemeClr val="accent1">
              <a:alpha val="10000"/>
            </a:schemeClr>
          </a:solidFill>
        </p:spPr>
      </p:sp>
      <p:sp>
        <p:nvSpPr>
          <p:cNvPr id="5" name="Ellipse 3 (Stroke)_#color-2050&amp;12730"/>
          <p:cNvSpPr/>
          <p:nvPr userDrawn="1">
            <p:custDataLst>
              <p:tags r:id="rId3"/>
            </p:custDataLst>
          </p:nvPr>
        </p:nvSpPr>
        <p:spPr>
          <a:xfrm>
            <a:off x="0" y="0"/>
            <a:ext cx="4672584" cy="6858000"/>
          </a:xfrm>
          <a:custGeom>
            <a:avLst/>
            <a:gdLst/>
            <a:ahLst/>
            <a:cxnLst/>
            <a:rect l="l" t="t" r="r" b="b"/>
            <a:pathLst>
              <a:path w="4672584" h="6858000">
                <a:moveTo>
                  <a:pt x="0" y="6848856"/>
                </a:moveTo>
                <a:lnTo>
                  <a:pt x="0" y="6858000"/>
                </a:lnTo>
                <a:lnTo>
                  <a:pt x="45720" y="6858000"/>
                </a:lnTo>
                <a:cubicBezTo>
                  <a:pt x="27432" y="6858000"/>
                  <a:pt x="18288" y="6848856"/>
                  <a:pt x="0" y="6848856"/>
                </a:cubicBezTo>
                <a:moveTo>
                  <a:pt x="1261872" y="6858000"/>
                </a:moveTo>
                <a:cubicBezTo>
                  <a:pt x="1463040" y="6821424"/>
                  <a:pt x="1664208" y="6766560"/>
                  <a:pt x="1856232" y="6693408"/>
                </a:cubicBezTo>
                <a:cubicBezTo>
                  <a:pt x="3666744" y="6035040"/>
                  <a:pt x="4590288" y="4032504"/>
                  <a:pt x="3931920" y="2221992"/>
                </a:cubicBezTo>
                <a:cubicBezTo>
                  <a:pt x="3493008" y="1033272"/>
                  <a:pt x="2478024" y="228600"/>
                  <a:pt x="1316736" y="0"/>
                </a:cubicBezTo>
                <a:lnTo>
                  <a:pt x="2752344" y="0"/>
                </a:lnTo>
                <a:cubicBezTo>
                  <a:pt x="3493008" y="457200"/>
                  <a:pt x="4096512" y="1152144"/>
                  <a:pt x="4425696" y="2039112"/>
                </a:cubicBezTo>
                <a:cubicBezTo>
                  <a:pt x="5093208" y="3877056"/>
                  <a:pt x="4343400" y="5888736"/>
                  <a:pt x="2734056" y="6858000"/>
                </a:cubicBezTo>
                <a:lnTo>
                  <a:pt x="1261872" y="6858000"/>
                </a:lnTo>
              </a:path>
            </a:pathLst>
          </a:custGeom>
          <a:solidFill>
            <a:schemeClr val="accent1"/>
          </a:solidFill>
        </p:spPr>
      </p:sp>
      <p:sp>
        <p:nvSpPr>
          <p:cNvPr id="6" name="Ellipse 4 (Stroke)_#color_$accent2_$accent2-2050&amp;12733"/>
          <p:cNvSpPr/>
          <p:nvPr userDrawn="1">
            <p:custDataLst>
              <p:tags r:id="rId4"/>
            </p:custDataLst>
          </p:nvPr>
        </p:nvSpPr>
        <p:spPr>
          <a:xfrm>
            <a:off x="0" y="3959352"/>
            <a:ext cx="4581144" cy="2898648"/>
          </a:xfrm>
          <a:custGeom>
            <a:avLst/>
            <a:gdLst/>
            <a:ahLst/>
            <a:cxnLst/>
            <a:rect l="l" t="t" r="r" b="b"/>
            <a:pathLst>
              <a:path w="4581144" h="2898648">
                <a:moveTo>
                  <a:pt x="4078224" y="201168"/>
                </a:moveTo>
                <a:cubicBezTo>
                  <a:pt x="3831336" y="1335024"/>
                  <a:pt x="3035808" y="2313432"/>
                  <a:pt x="1865376" y="2743200"/>
                </a:cubicBezTo>
                <a:cubicBezTo>
                  <a:pt x="1682496" y="2807208"/>
                  <a:pt x="1499616" y="2862072"/>
                  <a:pt x="1307592" y="2898648"/>
                </a:cubicBezTo>
                <a:lnTo>
                  <a:pt x="2715768" y="2898648"/>
                </a:lnTo>
                <a:cubicBezTo>
                  <a:pt x="3685032" y="2322576"/>
                  <a:pt x="4343400" y="1371600"/>
                  <a:pt x="4572000" y="310896"/>
                </a:cubicBezTo>
                <a:cubicBezTo>
                  <a:pt x="4599432" y="173736"/>
                  <a:pt x="4517136" y="36576"/>
                  <a:pt x="4379976" y="9144"/>
                </a:cubicBezTo>
                <a:cubicBezTo>
                  <a:pt x="4242816" y="-27432"/>
                  <a:pt x="4105656" y="64008"/>
                  <a:pt x="4078224" y="201168"/>
                </a:cubicBezTo>
                <a:moveTo>
                  <a:pt x="9144" y="2898648"/>
                </a:moveTo>
                <a:cubicBezTo>
                  <a:pt x="9144" y="2898648"/>
                  <a:pt x="0" y="2898648"/>
                  <a:pt x="0" y="2898648"/>
                </a:cubicBezTo>
                <a:lnTo>
                  <a:pt x="0" y="2898648"/>
                </a:lnTo>
                <a:lnTo>
                  <a:pt x="9144" y="2898648"/>
                </a:lnTo>
              </a:path>
            </a:pathLst>
          </a:custGeom>
          <a:gradFill>
            <a:gsLst>
              <a:gs pos="100000">
                <a:schemeClr val="accent1">
                  <a:lumMod val="75000"/>
                  <a:alpha val="70000"/>
                </a:schemeClr>
              </a:gs>
              <a:gs pos="73000">
                <a:schemeClr val="accent2">
                  <a:alpha val="0"/>
                </a:schemeClr>
              </a:gs>
            </a:gsLst>
            <a:lin ang="0" scaled="0"/>
          </a:gradFill>
          <a:ln w="25400">
            <a:noFill/>
          </a:ln>
          <a:effectLst/>
        </p:spPr>
        <p:style>
          <a:lnRef idx="2">
            <a:schemeClr val="accent1">
              <a:lumMod val="75000"/>
            </a:schemeClr>
          </a:lnRef>
          <a:fillRef idx="1">
            <a:schemeClr val="accent1"/>
          </a:fillRef>
          <a:effectRef idx="0">
            <a:srgbClr val="FFFFFF"/>
          </a:effectRef>
          <a:fontRef idx="minor">
            <a:schemeClr val="lt1"/>
          </a:fontRef>
        </p:style>
      </p:sp>
      <p:sp>
        <p:nvSpPr>
          <p:cNvPr id="2" name="标题 1"/>
          <p:cNvSpPr>
            <a:spLocks noGrp="1"/>
          </p:cNvSpPr>
          <p:nvPr>
            <p:ph type="title" hasCustomPrompt="1"/>
            <p:custDataLst>
              <p:tags r:id="rId5"/>
            </p:custDataLst>
          </p:nvPr>
        </p:nvSpPr>
        <p:spPr>
          <a:xfrm>
            <a:off x="1247525" y="2772441"/>
            <a:ext cx="2658015" cy="1313212"/>
          </a:xfrm>
        </p:spPr>
        <p:txBody>
          <a:bodyPr wrap="square" anchor="ctr" anchorCtr="0">
            <a:normAutofit/>
          </a:bodyPr>
          <a:lstStyle>
            <a:lvl1pPr>
              <a:defRPr sz="4800">
                <a:latin typeface="+mj-ea"/>
                <a:ea typeface="+mj-ea"/>
                <a:cs typeface="+mj-ea"/>
              </a:defRPr>
            </a:lvl1pPr>
          </a:lstStyle>
          <a:p>
            <a:r>
              <a:rPr lang="zh-CN" altLang="en-US" dirty="0"/>
              <a:t>标题</a:t>
            </a:r>
            <a:endParaRPr lang="zh-CN" altLang="en-US" dirty="0"/>
          </a:p>
        </p:txBody>
      </p:sp>
      <p:sp>
        <p:nvSpPr>
          <p:cNvPr id="7" name="日期占位符 3"/>
          <p:cNvSpPr>
            <a:spLocks noGrp="1"/>
          </p:cNvSpPr>
          <p:nvPr>
            <p:ph type="dt" sz="half" idx="10"/>
            <p:custDataLst>
              <p:tags r:id="rId6"/>
            </p:custDataLst>
          </p:nvPr>
        </p:nvSpPr>
        <p:spPr/>
        <p:txBody>
          <a:bodyPr wrap="square">
            <a:normAutofit/>
          </a:bodyPr>
          <a:lstStyle/>
          <a:p>
            <a:fld id="{5592522B-0F24-4480-B9DD-A9474A6880D6}" type="datetimeFigureOut">
              <a:rPr lang="zh-CN" altLang="en-US" smtClean="0"/>
            </a:fld>
            <a:endParaRPr lang="zh-CN" altLang="en-US"/>
          </a:p>
        </p:txBody>
      </p:sp>
      <p:sp>
        <p:nvSpPr>
          <p:cNvPr id="8" name="页脚占位符 4"/>
          <p:cNvSpPr>
            <a:spLocks noGrp="1"/>
          </p:cNvSpPr>
          <p:nvPr>
            <p:ph type="ftr" sz="quarter" idx="11"/>
            <p:custDataLst>
              <p:tags r:id="rId7"/>
            </p:custDataLst>
          </p:nvPr>
        </p:nvSpPr>
        <p:spPr/>
        <p:txBody>
          <a:bodyPr/>
          <a:lstStyle/>
          <a:p>
            <a:endParaRPr lang="zh-CN" altLang="en-US"/>
          </a:p>
        </p:txBody>
      </p:sp>
      <p:sp>
        <p:nvSpPr>
          <p:cNvPr id="9" name="灯片编号占位符 5"/>
          <p:cNvSpPr>
            <a:spLocks noGrp="1"/>
          </p:cNvSpPr>
          <p:nvPr>
            <p:ph type="sldNum" sz="quarter" idx="12"/>
            <p:custDataLst>
              <p:tags r:id="rId8"/>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7" name="bg_#color-2050&amp;12358"/>
          <p:cNvSpPr/>
          <p:nvPr userDrawn="1">
            <p:custDataLst>
              <p:tags r:id="rId2"/>
            </p:custDataLst>
          </p:nvPr>
        </p:nvSpPr>
        <p:spPr>
          <a:xfrm>
            <a:off x="1524" y="0"/>
            <a:ext cx="12188952" cy="6858000"/>
          </a:xfrm>
          <a:custGeom>
            <a:avLst/>
            <a:gdLst/>
            <a:ahLst/>
            <a:cxnLst/>
            <a:rect l="l" t="t" r="r" b="b"/>
            <a:pathLst>
              <a:path w="12188952" h="6858000">
                <a:moveTo>
                  <a:pt x="0" y="0"/>
                </a:moveTo>
                <a:lnTo>
                  <a:pt x="12188952" y="0"/>
                </a:lnTo>
                <a:lnTo>
                  <a:pt x="12188952" y="6858000"/>
                </a:lnTo>
                <a:lnTo>
                  <a:pt x="0" y="6858000"/>
                </a:lnTo>
                <a:lnTo>
                  <a:pt x="0" y="0"/>
                </a:lnTo>
              </a:path>
            </a:pathLst>
          </a:custGeom>
          <a:solidFill>
            <a:schemeClr val="accent1"/>
          </a:solidFill>
        </p:spPr>
      </p:sp>
      <p:sp>
        <p:nvSpPr>
          <p:cNvPr id="9" name="Ellipse 5 (Stroke)_#color-2050&amp;12736"/>
          <p:cNvSpPr/>
          <p:nvPr userDrawn="1">
            <p:custDataLst>
              <p:tags r:id="rId3"/>
            </p:custDataLst>
          </p:nvPr>
        </p:nvSpPr>
        <p:spPr>
          <a:xfrm>
            <a:off x="0" y="0"/>
            <a:ext cx="4142232" cy="4544568"/>
          </a:xfrm>
          <a:custGeom>
            <a:avLst/>
            <a:gdLst/>
            <a:ahLst/>
            <a:cxnLst/>
            <a:rect l="l" t="t" r="r" b="b"/>
            <a:pathLst>
              <a:path w="4142232" h="4544568">
                <a:moveTo>
                  <a:pt x="0" y="4032504"/>
                </a:moveTo>
                <a:cubicBezTo>
                  <a:pt x="91440" y="4032504"/>
                  <a:pt x="173736" y="4041648"/>
                  <a:pt x="265176" y="4041648"/>
                </a:cubicBezTo>
                <a:cubicBezTo>
                  <a:pt x="2121408" y="4041648"/>
                  <a:pt x="3630168" y="2532888"/>
                  <a:pt x="3630168" y="676656"/>
                </a:cubicBezTo>
                <a:cubicBezTo>
                  <a:pt x="3630168" y="438912"/>
                  <a:pt x="3611880" y="219456"/>
                  <a:pt x="3566160" y="0"/>
                </a:cubicBezTo>
                <a:lnTo>
                  <a:pt x="4078224" y="0"/>
                </a:lnTo>
                <a:cubicBezTo>
                  <a:pt x="4123944" y="219456"/>
                  <a:pt x="4142232" y="448056"/>
                  <a:pt x="4142232" y="676656"/>
                </a:cubicBezTo>
                <a:cubicBezTo>
                  <a:pt x="4142232" y="2816352"/>
                  <a:pt x="2404872" y="4544568"/>
                  <a:pt x="265176" y="4544568"/>
                </a:cubicBezTo>
                <a:cubicBezTo>
                  <a:pt x="173736" y="4544568"/>
                  <a:pt x="91440" y="4544568"/>
                  <a:pt x="0" y="4535424"/>
                </a:cubicBezTo>
                <a:lnTo>
                  <a:pt x="0" y="4032504"/>
                </a:lnTo>
              </a:path>
            </a:pathLst>
          </a:custGeom>
          <a:solidFill>
            <a:schemeClr val="accent1">
              <a:lumMod val="40000"/>
              <a:lumOff val="60000"/>
              <a:alpha val="75000"/>
            </a:schemeClr>
          </a:solidFill>
        </p:spPr>
      </p:sp>
      <p:sp>
        <p:nvSpPr>
          <p:cNvPr id="10" name="Ellipse 3 (Stroke)_#color_$lt1_$lt1-2050&amp;12739"/>
          <p:cNvSpPr/>
          <p:nvPr userDrawn="1">
            <p:custDataLst>
              <p:tags r:id="rId4"/>
            </p:custDataLst>
          </p:nvPr>
        </p:nvSpPr>
        <p:spPr>
          <a:xfrm>
            <a:off x="0" y="1399032"/>
            <a:ext cx="6099048" cy="5458968"/>
          </a:xfrm>
          <a:custGeom>
            <a:avLst/>
            <a:gdLst/>
            <a:ahLst/>
            <a:cxnLst/>
            <a:rect l="l" t="t" r="r" b="b"/>
            <a:pathLst>
              <a:path w="6099048" h="5458968">
                <a:moveTo>
                  <a:pt x="5760720" y="5458968"/>
                </a:moveTo>
                <a:cubicBezTo>
                  <a:pt x="5971032" y="4974336"/>
                  <a:pt x="6099048" y="4434840"/>
                  <a:pt x="6099048" y="3877056"/>
                </a:cubicBezTo>
                <a:cubicBezTo>
                  <a:pt x="6099048" y="1737360"/>
                  <a:pt x="4361688" y="0"/>
                  <a:pt x="2221992" y="0"/>
                </a:cubicBezTo>
                <a:cubicBezTo>
                  <a:pt x="1399032" y="0"/>
                  <a:pt x="630936" y="256032"/>
                  <a:pt x="0" y="704088"/>
                </a:cubicBezTo>
                <a:lnTo>
                  <a:pt x="0" y="1344168"/>
                </a:lnTo>
                <a:cubicBezTo>
                  <a:pt x="594360" y="822960"/>
                  <a:pt x="1371600" y="512064"/>
                  <a:pt x="2221992" y="512064"/>
                </a:cubicBezTo>
                <a:cubicBezTo>
                  <a:pt x="4078224" y="512064"/>
                  <a:pt x="5586984" y="2011680"/>
                  <a:pt x="5586984" y="3877056"/>
                </a:cubicBezTo>
                <a:cubicBezTo>
                  <a:pt x="5586984" y="4443984"/>
                  <a:pt x="5440680" y="4992624"/>
                  <a:pt x="5193792" y="5458968"/>
                </a:cubicBezTo>
                <a:lnTo>
                  <a:pt x="5760720" y="5458968"/>
                </a:lnTo>
              </a:path>
            </a:pathLst>
          </a:custGeom>
          <a:gradFill>
            <a:gsLst>
              <a:gs pos="41000">
                <a:schemeClr val="lt1">
                  <a:alpha val="45000"/>
                </a:schemeClr>
              </a:gs>
              <a:gs pos="0">
                <a:srgbClr val="FFFFFF">
                  <a:alpha val="0"/>
                </a:srgbClr>
              </a:gs>
              <a:gs pos="100000">
                <a:schemeClr val="lt1">
                  <a:alpha val="0"/>
                </a:schemeClr>
              </a:gs>
            </a:gsLst>
            <a:lin ang="5400000" scaled="0"/>
          </a:gradFill>
          <a:ln w="25400">
            <a:noFill/>
          </a:ln>
          <a:effectLst/>
          <a:extLst>
            <a:ext uri="{91240B29-F687-4F45-9708-019B960494DF}">
              <a14:hiddenLine xmlns:a14="http://schemas.microsoft.com/office/drawing/2010/main" w="25400">
                <a:solidFill>
                  <a:srgbClr val="000000"/>
                </a:solidFill>
              </a14:hiddenLine>
            </a:ext>
            <a:ext uri="{AF507438-7753-43E0-B8FC-AC1667EBCBE1}">
              <a14:hiddenEffects xmlns:a14="http://schemas.microsoft.com/office/drawing/2010/main">
                <a:effectLst>
                  <a:outerShdw blurRad="254000" dist="127000" dir="5400000" algn="ctr" rotWithShape="0">
                    <a:srgbClr val="000000">
                      <a:alpha val="40000"/>
                    </a:srgbClr>
                  </a:outerShdw>
                </a:effectLst>
              </a14:hiddenEffects>
            </a:ext>
          </a:extLst>
        </p:spPr>
        <p:style>
          <a:lnRef idx="2">
            <a:schemeClr val="accent1">
              <a:lumMod val="75000"/>
            </a:schemeClr>
          </a:lnRef>
          <a:fillRef idx="1">
            <a:schemeClr val="accent1"/>
          </a:fillRef>
          <a:effectRef idx="0">
            <a:srgbClr val="FFFFFF"/>
          </a:effectRef>
          <a:fontRef idx="minor">
            <a:schemeClr val="lt1"/>
          </a:fontRef>
        </p:style>
      </p:sp>
      <p:sp>
        <p:nvSpPr>
          <p:cNvPr id="11" name="Ellipse 4 (Stroke)_#color_$lt1_$accent1-2050&amp;12742"/>
          <p:cNvSpPr/>
          <p:nvPr userDrawn="1">
            <p:custDataLst>
              <p:tags r:id="rId5"/>
            </p:custDataLst>
          </p:nvPr>
        </p:nvSpPr>
        <p:spPr>
          <a:xfrm>
            <a:off x="0" y="1399032"/>
            <a:ext cx="5541264" cy="2194560"/>
          </a:xfrm>
          <a:custGeom>
            <a:avLst/>
            <a:gdLst/>
            <a:ahLst/>
            <a:cxnLst/>
            <a:rect l="l" t="t" r="r" b="b"/>
            <a:pathLst>
              <a:path w="5541264" h="2194560">
                <a:moveTo>
                  <a:pt x="0" y="1353312"/>
                </a:moveTo>
                <a:lnTo>
                  <a:pt x="0" y="704088"/>
                </a:lnTo>
                <a:cubicBezTo>
                  <a:pt x="630936" y="265176"/>
                  <a:pt x="1399032" y="0"/>
                  <a:pt x="2231136" y="0"/>
                </a:cubicBezTo>
                <a:cubicBezTo>
                  <a:pt x="3602736" y="0"/>
                  <a:pt x="4809744" y="722376"/>
                  <a:pt x="5495544" y="1801368"/>
                </a:cubicBezTo>
                <a:cubicBezTo>
                  <a:pt x="5568696" y="1920240"/>
                  <a:pt x="5541264" y="2075688"/>
                  <a:pt x="5422392" y="2148840"/>
                </a:cubicBezTo>
                <a:cubicBezTo>
                  <a:pt x="5303520" y="2221992"/>
                  <a:pt x="5148072" y="2194560"/>
                  <a:pt x="5065776" y="2075688"/>
                </a:cubicBezTo>
                <a:cubicBezTo>
                  <a:pt x="4471416" y="1133856"/>
                  <a:pt x="3419856" y="512064"/>
                  <a:pt x="2231136" y="512064"/>
                </a:cubicBezTo>
                <a:cubicBezTo>
                  <a:pt x="1371600" y="512064"/>
                  <a:pt x="594360" y="822960"/>
                  <a:pt x="0" y="1353312"/>
                </a:cubicBezTo>
              </a:path>
            </a:pathLst>
          </a:custGeom>
          <a:gradFill>
            <a:gsLst>
              <a:gs pos="81000">
                <a:schemeClr val="lt1">
                  <a:alpha val="100000"/>
                </a:schemeClr>
              </a:gs>
              <a:gs pos="0">
                <a:schemeClr val="accent1">
                  <a:alpha val="100000"/>
                </a:schemeClr>
              </a:gs>
            </a:gsLst>
            <a:lin ang="74674" scaled="0"/>
          </a:gradFill>
          <a:ln w="25400">
            <a:noFill/>
          </a:ln>
          <a:effectLst/>
          <a:extLst>
            <a:ext uri="{91240B29-F687-4F45-9708-019B960494DF}">
              <a14:hiddenLine xmlns:a14="http://schemas.microsoft.com/office/drawing/2010/main" w="25400">
                <a:solidFill>
                  <a:srgbClr val="000000"/>
                </a:solidFill>
              </a14:hiddenLine>
            </a:ext>
            <a:ext uri="{AF507438-7753-43E0-B8FC-AC1667EBCBE1}">
              <a14:hiddenEffects xmlns:a14="http://schemas.microsoft.com/office/drawing/2010/main">
                <a:effectLst>
                  <a:outerShdw blurRad="254000" dist="127000" dir="5400000" algn="ctr" rotWithShape="0">
                    <a:srgbClr val="000000">
                      <a:alpha val="40000"/>
                    </a:srgbClr>
                  </a:outerShdw>
                </a:effectLst>
              </a14:hiddenEffects>
            </a:ext>
          </a:extLst>
        </p:spPr>
        <p:style>
          <a:lnRef idx="2">
            <a:schemeClr val="accent1">
              <a:lumMod val="75000"/>
            </a:schemeClr>
          </a:lnRef>
          <a:fillRef idx="1">
            <a:schemeClr val="accent1"/>
          </a:fillRef>
          <a:effectRef idx="0">
            <a:srgbClr val="FFFFFF"/>
          </a:effectRef>
          <a:fontRef idx="minor">
            <a:schemeClr val="lt1"/>
          </a:fontRef>
        </p:style>
      </p:sp>
      <p:sp>
        <p:nvSpPr>
          <p:cNvPr id="2" name="标题 1"/>
          <p:cNvSpPr>
            <a:spLocks noGrp="1"/>
          </p:cNvSpPr>
          <p:nvPr userDrawn="1">
            <p:ph type="title"/>
            <p:custDataLst>
              <p:tags r:id="rId6"/>
            </p:custDataLst>
          </p:nvPr>
        </p:nvSpPr>
        <p:spPr>
          <a:xfrm>
            <a:off x="6627495" y="3136900"/>
            <a:ext cx="4726940" cy="1983105"/>
          </a:xfrm>
        </p:spPr>
        <p:txBody>
          <a:bodyPr wrap="square" anchor="t">
            <a:normAutofit/>
          </a:bodyPr>
          <a:lstStyle>
            <a:lvl1pPr algn="l">
              <a:defRPr sz="4500">
                <a:solidFill>
                  <a:schemeClr val="lt1">
                    <a:lumMod val="100000"/>
                  </a:schemeClr>
                </a:solidFill>
                <a:latin typeface="+mj-ea"/>
                <a:ea typeface="+mj-ea"/>
                <a:cs typeface="+mj-ea"/>
              </a:defRPr>
            </a:lvl1pPr>
          </a:lstStyle>
          <a:p>
            <a:r>
              <a:rPr lang="zh-CN" altLang="en-US" dirty="0"/>
              <a:t>单击此处编辑母版标题样式</a:t>
            </a:r>
            <a:endParaRPr lang="zh-CN" altLang="en-US" dirty="0"/>
          </a:p>
        </p:txBody>
      </p:sp>
      <p:sp>
        <p:nvSpPr>
          <p:cNvPr id="8" name="节编号 3"/>
          <p:cNvSpPr>
            <a:spLocks noGrp="1"/>
          </p:cNvSpPr>
          <p:nvPr userDrawn="1">
            <p:ph type="body" sz="quarter" idx="13" hasCustomPrompt="1"/>
            <p:custDataLst>
              <p:tags r:id="rId7"/>
            </p:custDataLst>
          </p:nvPr>
        </p:nvSpPr>
        <p:spPr>
          <a:xfrm>
            <a:off x="486410" y="3269650"/>
            <a:ext cx="5126736" cy="2759544"/>
          </a:xfrm>
        </p:spPr>
        <p:txBody>
          <a:bodyPr wrap="square" anchor="b">
            <a:normAutofit/>
          </a:bodyPr>
          <a:lstStyle>
            <a:lvl1pPr marL="0" indent="0" algn="ctr">
              <a:buNone/>
              <a:defRPr sz="11900" b="1">
                <a:solidFill>
                  <a:schemeClr val="lt1">
                    <a:lumMod val="100000"/>
                  </a:schemeClr>
                </a:solidFill>
                <a:latin typeface="+mj-ea"/>
                <a:ea typeface="+mj-ea"/>
                <a:cs typeface="+mj-ea"/>
              </a:defRPr>
            </a:lvl1pPr>
          </a:lstStyle>
          <a:p>
            <a:pPr lvl="0"/>
            <a:r>
              <a:rPr lang="zh-CN" altLang="en-US" dirty="0"/>
              <a:t>节编号</a:t>
            </a:r>
            <a:endParaRPr lang="zh-CN" altLang="en-US" dirty="0"/>
          </a:p>
        </p:txBody>
      </p:sp>
      <p:sp>
        <p:nvSpPr>
          <p:cNvPr id="4" name="日期占位符 4"/>
          <p:cNvSpPr>
            <a:spLocks noGrp="1"/>
          </p:cNvSpPr>
          <p:nvPr userDrawn="1">
            <p:ph type="dt" sz="half" idx="10"/>
            <p:custDataLst>
              <p:tags r:id="rId8"/>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userDrawn="1">
            <p:ph type="ftr" sz="quarter" idx="11"/>
            <p:custDataLst>
              <p:tags r:id="rId9"/>
            </p:custDataLst>
          </p:nvPr>
        </p:nvSpPr>
        <p:spPr/>
        <p:txBody>
          <a:bodyPr/>
          <a:lstStyle/>
          <a:p>
            <a:endParaRPr lang="zh-CN" altLang="en-US"/>
          </a:p>
        </p:txBody>
      </p:sp>
      <p:sp>
        <p:nvSpPr>
          <p:cNvPr id="6" name="灯片编号占位符 6"/>
          <p:cNvSpPr>
            <a:spLocks noGrp="1"/>
          </p:cNvSpPr>
          <p:nvPr userDrawn="1">
            <p:ph type="sldNum" sz="quarter" idx="12"/>
            <p:custDataLst>
              <p:tags r:id="rId10"/>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vert="horz" wrap="square" lIns="0" tIns="0" rIns="0" bIns="0" rtlCol="0" anchor="b">
            <a:normAutofit/>
          </a:bodyPr>
          <a:lstStyle>
            <a:lvl1pPr>
              <a:defRPr lang="zh-CN" altLang="en-US" dirty="0">
                <a:latin typeface="+mj-lt"/>
                <a:ea typeface="+mj-lt"/>
                <a:cs typeface="+mj-lt"/>
              </a:defRPr>
            </a:lvl1pPr>
          </a:lstStyle>
          <a:p>
            <a:pPr lvl="0"/>
            <a:r>
              <a:rPr lang="zh-CN" altLang="en-US" dirty="0"/>
              <a:t>单击此处编辑母版标题样式</a:t>
            </a:r>
            <a:endParaRPr dirty="0"/>
          </a:p>
        </p:txBody>
      </p:sp>
      <p:sp>
        <p:nvSpPr>
          <p:cNvPr id="3" name="内容占位符 2"/>
          <p:cNvSpPr>
            <a:spLocks noGrp="1"/>
          </p:cNvSpPr>
          <p:nvPr>
            <p:ph sz="half" idx="1"/>
            <p:custDataLst>
              <p:tags r:id="rId3"/>
            </p:custDataLst>
          </p:nvPr>
        </p:nvSpPr>
        <p:spPr>
          <a:xfrm>
            <a:off x="695960" y="1301750"/>
            <a:ext cx="5323840" cy="4875850"/>
          </a:xfrm>
        </p:spPr>
        <p:txBody>
          <a:bodyPr wrap="square">
            <a:normAutofit/>
          </a:bodyPr>
          <a:lstStyle>
            <a:lvl1pPr>
              <a:defRPr>
                <a:latin typeface="+mn-ea"/>
                <a:ea typeface="+mn-ea"/>
                <a:cs typeface="+mn-ea"/>
              </a:defRPr>
            </a:lvl1pPr>
            <a:lvl2pPr>
              <a:defRPr>
                <a:latin typeface="+mn-ea"/>
                <a:ea typeface="+mn-ea"/>
                <a:cs typeface="+mn-ea"/>
              </a:defRPr>
            </a:lvl2pPr>
            <a:lvl3pPr>
              <a:defRPr>
                <a:latin typeface="+mn-ea"/>
                <a:ea typeface="+mn-ea"/>
                <a:cs typeface="+mn-ea"/>
              </a:defRPr>
            </a:lvl3pPr>
            <a:lvl4pPr>
              <a:defRPr>
                <a:latin typeface="+mn-ea"/>
                <a:ea typeface="+mn-ea"/>
                <a:cs typeface="+mn-ea"/>
              </a:defRPr>
            </a:lvl4pPr>
            <a:lvl5pPr>
              <a:defRPr>
                <a:latin typeface="+mn-ea"/>
                <a:ea typeface="+mn-ea"/>
                <a:cs typeface="+mn-ea"/>
              </a:defRPr>
            </a:lvl5pPr>
          </a:lstStyle>
          <a:p>
            <a:pPr lvl="0"/>
            <a:r>
              <a:rPr lang="zh-CN" altLang="en-US" dirty="0"/>
              <a:t>单击此处编辑母版文本样式</a:t>
            </a:r>
            <a:endParaRPr lang="zh-CN" altLang="en-US" dirty="0"/>
          </a:p>
          <a:p>
            <a:pPr lvl="1"/>
            <a:r>
              <a:rPr lang="zh-CN" altLang="en-US" dirty="0">
                <a:sym typeface="+mn-ea"/>
              </a:rPr>
              <a:t>第</a:t>
            </a:r>
            <a:r>
              <a:rPr lang="zh-CN" altLang="en-US" dirty="0"/>
              <a:t>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内容占位符 3"/>
          <p:cNvSpPr>
            <a:spLocks noGrp="1"/>
          </p:cNvSpPr>
          <p:nvPr>
            <p:ph sz="half" idx="2"/>
            <p:custDataLst>
              <p:tags r:id="rId4"/>
            </p:custDataLst>
          </p:nvPr>
        </p:nvSpPr>
        <p:spPr>
          <a:xfrm>
            <a:off x="6172200" y="1301750"/>
            <a:ext cx="5323840" cy="4875850"/>
          </a:xfrm>
        </p:spPr>
        <p:txBody>
          <a:bodyPr wrap="square">
            <a:normAutofit/>
          </a:bodyPr>
          <a:lstStyle>
            <a:lvl1pPr>
              <a:defRPr>
                <a:latin typeface="+mn-ea"/>
                <a:ea typeface="+mn-ea"/>
                <a:cs typeface="+mn-ea"/>
              </a:defRPr>
            </a:lvl1pPr>
            <a:lvl2pPr>
              <a:defRPr>
                <a:latin typeface="+mn-ea"/>
                <a:ea typeface="+mn-ea"/>
                <a:cs typeface="+mn-ea"/>
              </a:defRPr>
            </a:lvl2pPr>
            <a:lvl3pPr>
              <a:defRPr>
                <a:latin typeface="+mn-ea"/>
                <a:ea typeface="+mn-ea"/>
                <a:cs typeface="+mn-ea"/>
              </a:defRPr>
            </a:lvl3pPr>
            <a:lvl4pPr>
              <a:defRPr>
                <a:latin typeface="+mn-ea"/>
                <a:ea typeface="+mn-ea"/>
                <a:cs typeface="+mn-ea"/>
              </a:defRPr>
            </a:lvl4pPr>
            <a:lvl5pPr>
              <a:defRPr>
                <a:latin typeface="+mn-ea"/>
                <a:ea typeface="+mn-ea"/>
                <a:cs typeface="+mn-ea"/>
              </a:defRPr>
            </a:lvl5pPr>
          </a:lstStyle>
          <a:p>
            <a:pPr lvl="0"/>
            <a:r>
              <a:rPr lang="zh-CN" altLang="en-US" dirty="0"/>
              <a:t>单击此处编辑母版文本样式</a:t>
            </a:r>
            <a:endParaRPr lang="zh-CN" altLang="en-US" dirty="0"/>
          </a:p>
          <a:p>
            <a:pPr lvl="1"/>
            <a:r>
              <a:rPr lang="zh-CN" altLang="en-US" dirty="0">
                <a:sym typeface="+mn-ea"/>
              </a:rPr>
              <a:t>第</a:t>
            </a:r>
            <a:r>
              <a:rPr lang="zh-CN" altLang="en-US" dirty="0"/>
              <a:t>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5" name="日期占位符 4"/>
          <p:cNvSpPr>
            <a:spLocks noGrp="1"/>
          </p:cNvSpPr>
          <p:nvPr>
            <p:ph type="dt" sz="half" idx="10"/>
            <p:custDataLst>
              <p:tags r:id="rId5"/>
            </p:custDataLst>
          </p:nvPr>
        </p:nvSpPr>
        <p:spPr/>
        <p:txBody>
          <a:bodyPr wrap="square">
            <a:normAutofit/>
          </a:bodyPr>
          <a:lstStyle/>
          <a:p>
            <a:fld id="{5592522B-0F24-4480-B9DD-A9474A6880D6}" type="datetimeFigureOut">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3" name="文本占位符 2"/>
          <p:cNvSpPr>
            <a:spLocks noGrp="1"/>
          </p:cNvSpPr>
          <p:nvPr>
            <p:ph type="body" idx="1"/>
            <p:custDataLst>
              <p:tags r:id="rId2"/>
            </p:custDataLst>
          </p:nvPr>
        </p:nvSpPr>
        <p:spPr>
          <a:xfrm>
            <a:off x="695960" y="1301750"/>
            <a:ext cx="5323840" cy="411303"/>
          </a:xfrm>
        </p:spPr>
        <p:txBody>
          <a:bodyPr wrap="square" anchor="b">
            <a:normAutofit/>
          </a:bodyPr>
          <a:lstStyle>
            <a:lvl1pPr marL="0" indent="0">
              <a:buNone/>
              <a:defRPr sz="2400" b="1">
                <a:latin typeface="+mn-ea"/>
                <a:ea typeface="+mn-ea"/>
                <a:cs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endParaRPr lang="zh-CN" altLang="en-US" dirty="0"/>
          </a:p>
        </p:txBody>
      </p:sp>
      <p:sp>
        <p:nvSpPr>
          <p:cNvPr id="4" name="内容占位符 3"/>
          <p:cNvSpPr>
            <a:spLocks noGrp="1"/>
          </p:cNvSpPr>
          <p:nvPr>
            <p:ph sz="half" idx="2"/>
            <p:custDataLst>
              <p:tags r:id="rId3"/>
            </p:custDataLst>
          </p:nvPr>
        </p:nvSpPr>
        <p:spPr>
          <a:xfrm>
            <a:off x="695960" y="1875099"/>
            <a:ext cx="5323840" cy="4300276"/>
          </a:xfrm>
        </p:spPr>
        <p:txBody>
          <a:bodyPr wrap="square">
            <a:normAutofit/>
          </a:bodyPr>
          <a:lstStyle>
            <a:lvl1pPr>
              <a:defRPr sz="2200">
                <a:latin typeface="+mn-ea"/>
                <a:ea typeface="+mn-ea"/>
                <a:cs typeface="+mn-ea"/>
              </a:defRPr>
            </a:lvl1pPr>
            <a:lvl2pPr>
              <a:defRPr>
                <a:latin typeface="+mn-ea"/>
                <a:ea typeface="+mn-ea"/>
                <a:cs typeface="+mn-ea"/>
              </a:defRPr>
            </a:lvl2pPr>
            <a:lvl3pPr>
              <a:defRPr>
                <a:latin typeface="+mn-ea"/>
                <a:ea typeface="+mn-ea"/>
                <a:cs typeface="+mn-ea"/>
              </a:defRPr>
            </a:lvl3pPr>
            <a:lvl4pPr>
              <a:defRPr>
                <a:latin typeface="+mn-ea"/>
                <a:ea typeface="+mn-ea"/>
                <a:cs typeface="+mn-ea"/>
              </a:defRPr>
            </a:lvl4pPr>
            <a:lvl5pPr>
              <a:defRPr>
                <a:latin typeface="+mn-ea"/>
                <a:ea typeface="+mn-ea"/>
                <a:cs typeface="+mn-ea"/>
              </a:defRPr>
            </a:lvl5pPr>
          </a:lstStyle>
          <a:p>
            <a:pPr lvl="0"/>
            <a:r>
              <a:rPr lang="zh-CN" altLang="en-US" dirty="0"/>
              <a:t>单击此处编辑母版文本样式</a:t>
            </a:r>
            <a:endParaRPr lang="zh-CN" altLang="en-US" dirty="0"/>
          </a:p>
          <a:p>
            <a:pPr lvl="1"/>
            <a:r>
              <a:rPr lang="zh-CN" altLang="en-US" dirty="0">
                <a:sym typeface="+mn-ea"/>
              </a:rPr>
              <a:t>第</a:t>
            </a:r>
            <a:r>
              <a:rPr lang="zh-CN" altLang="en-US" dirty="0"/>
              <a:t>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5" name="文本占位符 4"/>
          <p:cNvSpPr>
            <a:spLocks noGrp="1"/>
          </p:cNvSpPr>
          <p:nvPr>
            <p:ph type="body" sz="quarter" idx="3"/>
            <p:custDataLst>
              <p:tags r:id="rId4"/>
            </p:custDataLst>
          </p:nvPr>
        </p:nvSpPr>
        <p:spPr>
          <a:xfrm>
            <a:off x="6172200" y="1301750"/>
            <a:ext cx="5323840" cy="411303"/>
          </a:xfrm>
        </p:spPr>
        <p:txBody>
          <a:bodyPr wrap="square" anchor="b">
            <a:normAutofit/>
          </a:bodyPr>
          <a:lstStyle>
            <a:lvl1pPr marL="0" indent="0">
              <a:buNone/>
              <a:defRPr sz="2400" b="1">
                <a:latin typeface="+mn-ea"/>
                <a:ea typeface="+mn-ea"/>
                <a:cs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endParaRPr lang="zh-CN" altLang="en-US" dirty="0"/>
          </a:p>
        </p:txBody>
      </p:sp>
      <p:sp>
        <p:nvSpPr>
          <p:cNvPr id="6" name="内容占位符 5"/>
          <p:cNvSpPr>
            <a:spLocks noGrp="1"/>
          </p:cNvSpPr>
          <p:nvPr>
            <p:ph sz="quarter" idx="4"/>
            <p:custDataLst>
              <p:tags r:id="rId5"/>
            </p:custDataLst>
          </p:nvPr>
        </p:nvSpPr>
        <p:spPr>
          <a:xfrm>
            <a:off x="6172200" y="1875099"/>
            <a:ext cx="5323840" cy="4300276"/>
          </a:xfrm>
        </p:spPr>
        <p:txBody>
          <a:bodyPr wrap="square">
            <a:normAutofit/>
          </a:bodyPr>
          <a:lstStyle>
            <a:lvl1pPr>
              <a:defRPr sz="2200">
                <a:latin typeface="+mn-ea"/>
                <a:ea typeface="+mn-ea"/>
                <a:cs typeface="+mn-ea"/>
              </a:defRPr>
            </a:lvl1pPr>
            <a:lvl2pPr>
              <a:defRPr>
                <a:latin typeface="+mn-ea"/>
                <a:ea typeface="+mn-ea"/>
                <a:cs typeface="+mn-ea"/>
              </a:defRPr>
            </a:lvl2pPr>
            <a:lvl3pPr>
              <a:defRPr>
                <a:latin typeface="+mn-ea"/>
                <a:ea typeface="+mn-ea"/>
                <a:cs typeface="+mn-ea"/>
              </a:defRPr>
            </a:lvl3pPr>
            <a:lvl4pPr>
              <a:defRPr>
                <a:latin typeface="+mn-ea"/>
                <a:ea typeface="+mn-ea"/>
                <a:cs typeface="+mn-ea"/>
              </a:defRPr>
            </a:lvl4pPr>
            <a:lvl5pPr>
              <a:defRPr>
                <a:latin typeface="+mn-ea"/>
                <a:ea typeface="+mn-ea"/>
                <a:cs typeface="+mn-ea"/>
              </a:defRPr>
            </a:lvl5pPr>
          </a:lstStyle>
          <a:p>
            <a:pPr lvl="0"/>
            <a:r>
              <a:rPr lang="zh-CN" altLang="en-US" dirty="0"/>
              <a:t>单击此处编辑母版文本样式</a:t>
            </a:r>
            <a:endParaRPr lang="zh-CN" altLang="en-US" dirty="0"/>
          </a:p>
          <a:p>
            <a:pPr lvl="1"/>
            <a:r>
              <a:rPr lang="zh-CN" altLang="en-US" dirty="0">
                <a:sym typeface="+mn-ea"/>
              </a:rPr>
              <a:t>第</a:t>
            </a:r>
            <a:r>
              <a:rPr lang="zh-CN" altLang="en-US" dirty="0"/>
              <a:t>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10" name="日期占位符 9"/>
          <p:cNvSpPr>
            <a:spLocks noGrp="1"/>
          </p:cNvSpPr>
          <p:nvPr>
            <p:ph type="dt" sz="half" idx="10"/>
            <p:custDataLst>
              <p:tags r:id="rId6"/>
            </p:custDataLst>
          </p:nvPr>
        </p:nvSpPr>
        <p:spPr/>
        <p:txBody>
          <a:bodyPr/>
          <a:lstStyle/>
          <a:p>
            <a:fld id="{5592522B-0F24-4480-B9DD-A9474A6880D6}" type="datetimeFigureOut">
              <a:rPr lang="zh-CN" altLang="en-US" smtClean="0"/>
            </a:fld>
            <a:endParaRPr lang="zh-CN" altLang="en-US"/>
          </a:p>
        </p:txBody>
      </p:sp>
      <p:sp>
        <p:nvSpPr>
          <p:cNvPr id="11" name="页脚占位符 10"/>
          <p:cNvSpPr>
            <a:spLocks noGrp="1"/>
          </p:cNvSpPr>
          <p:nvPr>
            <p:ph type="ftr" sz="quarter" idx="11"/>
            <p:custDataLst>
              <p:tags r:id="rId7"/>
            </p:custDataLst>
          </p:nvPr>
        </p:nvSpPr>
        <p:spPr/>
        <p:txBody>
          <a:bodyPr/>
          <a:lstStyle/>
          <a:p>
            <a:endParaRPr lang="zh-CN" altLang="en-US" dirty="0"/>
          </a:p>
        </p:txBody>
      </p:sp>
      <p:sp>
        <p:nvSpPr>
          <p:cNvPr id="12" name="灯片编号占位符 11"/>
          <p:cNvSpPr>
            <a:spLocks noGrp="1"/>
          </p:cNvSpPr>
          <p:nvPr>
            <p:ph type="sldNum" sz="quarter" idx="12"/>
            <p:custDataLst>
              <p:tags r:id="rId8"/>
            </p:custDataLst>
          </p:nvPr>
        </p:nvSpPr>
        <p:spPr/>
        <p:txBody>
          <a:bodyPr/>
          <a:lstStyle/>
          <a:p>
            <a:fld id="{BE5F26B5-172A-4DC2-B0B7-181CFC56B87C}" type="slidenum">
              <a:rPr lang="zh-CN" altLang="en-US" smtClean="0"/>
            </a:fld>
            <a:endParaRPr lang="zh-CN" altLang="en-US"/>
          </a:p>
        </p:txBody>
      </p:sp>
      <p:sp>
        <p:nvSpPr>
          <p:cNvPr id="13" name="标题 12"/>
          <p:cNvSpPr>
            <a:spLocks noGrp="1"/>
          </p:cNvSpPr>
          <p:nvPr>
            <p:ph type="title"/>
            <p:custDataLst>
              <p:tags r:id="rId9"/>
            </p:custDataLst>
          </p:nvPr>
        </p:nvSpPr>
        <p:spPr/>
        <p:txBody>
          <a:bodyPr/>
          <a:lstStyle/>
          <a:p>
            <a:r>
              <a:rPr lang="zh-CN" altLang="en-US"/>
              <a:t>单击此处编辑母版标题样式</a:t>
            </a:r>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wrap="square">
            <a:normAutofit/>
          </a:bodyPr>
          <a:lstStyle>
            <a:lvl1pPr>
              <a:defRPr>
                <a:latin typeface="+mj-lt"/>
                <a:ea typeface="+mj-lt"/>
                <a:cs typeface="+mj-lt"/>
              </a:defRPr>
            </a:lvl1p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dirty="0"/>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仅内容">
    <p:spTree>
      <p:nvGrpSpPr>
        <p:cNvPr id="1" name=""/>
        <p:cNvGrpSpPr/>
        <p:nvPr/>
      </p:nvGrpSpPr>
      <p:grpSpPr>
        <a:xfrm>
          <a:off x="0" y="0"/>
          <a:ext cx="0" cy="0"/>
          <a:chOff x="0" y="0"/>
          <a:chExt cx="0" cy="0"/>
        </a:xfrm>
      </p:grpSpPr>
      <p:sp>
        <p:nvSpPr>
          <p:cNvPr id="3" name="内容占位符 1"/>
          <p:cNvSpPr>
            <a:spLocks noGrp="1"/>
          </p:cNvSpPr>
          <p:nvPr>
            <p:ph idx="1"/>
            <p:custDataLst>
              <p:tags r:id="rId2"/>
            </p:custDataLst>
          </p:nvPr>
        </p:nvSpPr>
        <p:spPr>
          <a:xfrm>
            <a:off x="695960" y="360045"/>
            <a:ext cx="10801985" cy="5817870"/>
          </a:xfrm>
        </p:spPr>
        <p:txBody>
          <a:bodyPr wrap="square">
            <a:normAutofit/>
          </a:bodyPr>
          <a:lstStyle>
            <a:lvl1pPr>
              <a:defRPr>
                <a:latin typeface="+mn-lt"/>
                <a:ea typeface="+mn-lt"/>
                <a:cs typeface="+mn-lt"/>
              </a:defRPr>
            </a:lvl1pPr>
            <a:lvl2pPr>
              <a:defRPr>
                <a:latin typeface="+mn-lt"/>
                <a:ea typeface="+mn-lt"/>
                <a:cs typeface="+mn-lt"/>
              </a:defRPr>
            </a:lvl2pPr>
            <a:lvl3pPr>
              <a:defRPr>
                <a:latin typeface="+mn-lt"/>
                <a:ea typeface="+mn-lt"/>
                <a:cs typeface="+mn-lt"/>
              </a:defRPr>
            </a:lvl3pPr>
            <a:lvl4pPr>
              <a:defRPr>
                <a:latin typeface="+mn-lt"/>
                <a:ea typeface="+mn-lt"/>
                <a:cs typeface="+mn-lt"/>
              </a:defRPr>
            </a:lvl4pPr>
            <a:lvl5pPr>
              <a:defRPr>
                <a:latin typeface="+mn-lt"/>
                <a:ea typeface="+mn-lt"/>
                <a:cs typeface="+mn-lt"/>
              </a:defRPr>
            </a:lvl5pPr>
          </a:lstStyle>
          <a:p>
            <a:pPr lvl="0"/>
            <a:r>
              <a:rPr lang="zh-CN" altLang="en-US" dirty="0"/>
              <a:t>单击此处编辑母版文本样式</a:t>
            </a:r>
            <a:endParaRPr lang="zh-CN" altLang="en-US" dirty="0"/>
          </a:p>
          <a:p>
            <a:pPr lvl="1"/>
            <a:r>
              <a:rPr lang="zh-CN" altLang="en-US" dirty="0">
                <a:sym typeface="+mn-ea"/>
              </a:rPr>
              <a:t>第</a:t>
            </a:r>
            <a:r>
              <a:rPr lang="zh-CN" altLang="en-US" dirty="0"/>
              <a:t>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2"/>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3"/>
          <p:cNvSpPr>
            <a:spLocks noGrp="1"/>
          </p:cNvSpPr>
          <p:nvPr>
            <p:ph type="ftr" sz="quarter" idx="11"/>
            <p:custDataLst>
              <p:tags r:id="rId4"/>
            </p:custDataLst>
          </p:nvPr>
        </p:nvSpPr>
        <p:spPr/>
        <p:txBody>
          <a:bodyPr/>
          <a:lstStyle/>
          <a:p>
            <a:endParaRPr lang="zh-CN" altLang="en-US"/>
          </a:p>
        </p:txBody>
      </p:sp>
      <p:sp>
        <p:nvSpPr>
          <p:cNvPr id="6" name="灯片编号占位符 4"/>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标题和副标题">
    <p:spTree>
      <p:nvGrpSpPr>
        <p:cNvPr id="1" name=""/>
        <p:cNvGrpSpPr/>
        <p:nvPr/>
      </p:nvGrpSpPr>
      <p:grpSpPr>
        <a:xfrm>
          <a:off x="0" y="0"/>
          <a:ext cx="0" cy="0"/>
          <a:chOff x="0" y="0"/>
          <a:chExt cx="0" cy="0"/>
        </a:xfrm>
      </p:grpSpPr>
      <p:sp>
        <p:nvSpPr>
          <p:cNvPr id="3" name="文本占位符 2"/>
          <p:cNvSpPr>
            <a:spLocks noGrp="1"/>
          </p:cNvSpPr>
          <p:nvPr>
            <p:ph type="body" idx="1" hasCustomPrompt="1"/>
            <p:custDataLst>
              <p:tags r:id="rId2"/>
            </p:custDataLst>
          </p:nvPr>
        </p:nvSpPr>
        <p:spPr>
          <a:xfrm>
            <a:off x="695960" y="1301750"/>
            <a:ext cx="10799088" cy="405553"/>
          </a:xfrm>
        </p:spPr>
        <p:txBody>
          <a:bodyPr wrap="square" anchor="t">
            <a:normAutofit/>
          </a:bodyPr>
          <a:lstStyle>
            <a:lvl1pPr marL="0" indent="0">
              <a:buNone/>
              <a:defRPr sz="2400" b="0">
                <a:latin typeface="+mn-lt"/>
                <a:ea typeface="+mn-lt"/>
                <a:cs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zh-CN" altLang="en-US" dirty="0"/>
              <a:t>单击此处编辑副标题</a:t>
            </a:r>
            <a:endParaRPr lang="zh-CN" altLang="en-US" dirty="0"/>
          </a:p>
        </p:txBody>
      </p:sp>
      <p:sp>
        <p:nvSpPr>
          <p:cNvPr id="7" name="日期占位符 3"/>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8" name="页脚占位符 4"/>
          <p:cNvSpPr>
            <a:spLocks noGrp="1"/>
          </p:cNvSpPr>
          <p:nvPr>
            <p:ph type="ftr" sz="quarter" idx="11"/>
            <p:custDataLst>
              <p:tags r:id="rId4"/>
            </p:custDataLst>
          </p:nvPr>
        </p:nvSpPr>
        <p:spPr/>
        <p:txBody>
          <a:bodyPr/>
          <a:lstStyle/>
          <a:p>
            <a:endParaRPr lang="zh-CN" altLang="en-US"/>
          </a:p>
        </p:txBody>
      </p:sp>
      <p:sp>
        <p:nvSpPr>
          <p:cNvPr id="9" name="灯片编号占位符 5"/>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
        <p:nvSpPr>
          <p:cNvPr id="4" name="标题 3"/>
          <p:cNvSpPr>
            <a:spLocks noGrp="1"/>
          </p:cNvSpPr>
          <p:nvPr>
            <p:ph type="title"/>
            <p:custDataLst>
              <p:tags r:id="rId6"/>
            </p:custDataLst>
          </p:nvPr>
        </p:nvSpPr>
        <p:spPr/>
        <p:txBody>
          <a:bodyPr/>
          <a:lstStyle/>
          <a:p>
            <a:r>
              <a:rPr lang="zh-CN" altLang="en-US"/>
              <a:t>单击此处编辑母版标题样式</a:t>
            </a:r>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showMasterSp="0" userDrawn="1">
  <p:cSld name="末尾幻灯片">
    <p:spTree>
      <p:nvGrpSpPr>
        <p:cNvPr id="1" name=""/>
        <p:cNvGrpSpPr/>
        <p:nvPr/>
      </p:nvGrpSpPr>
      <p:grpSpPr>
        <a:xfrm>
          <a:off x="0" y="0"/>
          <a:ext cx="0" cy="0"/>
          <a:chOff x="0" y="0"/>
          <a:chExt cx="0" cy="0"/>
        </a:xfrm>
      </p:grpSpPr>
      <p:sp>
        <p:nvSpPr>
          <p:cNvPr id="13" name="bg_#color-2050&amp;12433"/>
          <p:cNvSpPr/>
          <p:nvPr userDrawn="1">
            <p:custDataLst>
              <p:tags r:id="rId2"/>
            </p:custDataLst>
          </p:nvPr>
        </p:nvSpPr>
        <p:spPr>
          <a:xfrm>
            <a:off x="0" y="0"/>
            <a:ext cx="12188952" cy="6858000"/>
          </a:xfrm>
          <a:custGeom>
            <a:avLst/>
            <a:gdLst/>
            <a:ahLst/>
            <a:cxnLst/>
            <a:rect l="l" t="t" r="r" b="b"/>
            <a:pathLst>
              <a:path w="12188952" h="6858000">
                <a:moveTo>
                  <a:pt x="0" y="0"/>
                </a:moveTo>
                <a:lnTo>
                  <a:pt x="12188952" y="0"/>
                </a:lnTo>
                <a:lnTo>
                  <a:pt x="12188952" y="6858000"/>
                </a:lnTo>
                <a:lnTo>
                  <a:pt x="0" y="6858000"/>
                </a:lnTo>
                <a:lnTo>
                  <a:pt x="0" y="0"/>
                </a:lnTo>
              </a:path>
            </a:pathLst>
          </a:custGeom>
          <a:solidFill>
            <a:schemeClr val="accent1"/>
          </a:solidFill>
        </p:spPr>
      </p:sp>
      <p:sp>
        <p:nvSpPr>
          <p:cNvPr id="15" name="Ellipse 3_#color_$lt1_$lt1-2050&amp;12754"/>
          <p:cNvSpPr/>
          <p:nvPr userDrawn="1">
            <p:custDataLst>
              <p:tags r:id="rId3"/>
            </p:custDataLst>
          </p:nvPr>
        </p:nvSpPr>
        <p:spPr>
          <a:xfrm>
            <a:off x="8891016" y="0"/>
            <a:ext cx="3300984" cy="3877056"/>
          </a:xfrm>
          <a:custGeom>
            <a:avLst/>
            <a:gdLst/>
            <a:ahLst/>
            <a:cxnLst/>
            <a:rect l="l" t="t" r="r" b="b"/>
            <a:pathLst>
              <a:path w="3300984" h="3877056">
                <a:moveTo>
                  <a:pt x="512064" y="0"/>
                </a:moveTo>
                <a:lnTo>
                  <a:pt x="0" y="0"/>
                </a:lnTo>
                <a:cubicBezTo>
                  <a:pt x="-27432" y="1920240"/>
                  <a:pt x="1380744" y="3584448"/>
                  <a:pt x="3300984" y="3877056"/>
                </a:cubicBezTo>
                <a:lnTo>
                  <a:pt x="3300984" y="3355848"/>
                </a:lnTo>
                <a:cubicBezTo>
                  <a:pt x="1664208" y="3081528"/>
                  <a:pt x="484632" y="1645920"/>
                  <a:pt x="512064" y="0"/>
                </a:cubicBezTo>
              </a:path>
            </a:pathLst>
          </a:custGeom>
          <a:gradFill>
            <a:gsLst>
              <a:gs pos="69000">
                <a:srgbClr val="FFFFFF">
                  <a:alpha val="100000"/>
                </a:srgbClr>
              </a:gs>
              <a:gs pos="82000">
                <a:schemeClr val="lt1">
                  <a:alpha val="0"/>
                </a:schemeClr>
              </a:gs>
              <a:gs pos="0">
                <a:schemeClr val="lt1">
                  <a:alpha val="0"/>
                </a:schemeClr>
              </a:gs>
            </a:gsLst>
            <a:lin ang="5400000" scaled="0"/>
          </a:gradFill>
          <a:ln w="25400">
            <a:noFill/>
          </a:ln>
          <a:effectLst/>
          <a:extLst>
            <a:ext uri="{91240B29-F687-4F45-9708-019B960494DF}">
              <a14:hiddenLine xmlns:a14="http://schemas.microsoft.com/office/drawing/2010/main" w="25400">
                <a:solidFill>
                  <a:srgbClr val="000000"/>
                </a:solidFill>
              </a14:hiddenLine>
            </a:ext>
            <a:ext uri="{AF507438-7753-43E0-B8FC-AC1667EBCBE1}">
              <a14:hiddenEffects xmlns:a14="http://schemas.microsoft.com/office/drawing/2010/main">
                <a:effectLst>
                  <a:outerShdw blurRad="254000" dist="127000" dir="5400000" algn="ctr" rotWithShape="0">
                    <a:srgbClr val="000000">
                      <a:alpha val="40000"/>
                    </a:srgbClr>
                  </a:outerShdw>
                </a:effectLst>
              </a14:hiddenEffects>
            </a:ext>
          </a:extLst>
        </p:spPr>
        <p:style>
          <a:lnRef idx="2">
            <a:schemeClr val="accent1">
              <a:lumMod val="75000"/>
            </a:schemeClr>
          </a:lnRef>
          <a:fillRef idx="1">
            <a:schemeClr val="accent1"/>
          </a:fillRef>
          <a:effectRef idx="0">
            <a:srgbClr val="FFFFFF"/>
          </a:effectRef>
          <a:fontRef idx="minor">
            <a:schemeClr val="lt1"/>
          </a:fontRef>
        </p:style>
      </p:sp>
      <p:sp>
        <p:nvSpPr>
          <p:cNvPr id="16" name="Ellipse 4 (Stroke)_#color_$lt1_$accent1-2050&amp;12757"/>
          <p:cNvSpPr/>
          <p:nvPr userDrawn="1">
            <p:custDataLst>
              <p:tags r:id="rId4"/>
            </p:custDataLst>
          </p:nvPr>
        </p:nvSpPr>
        <p:spPr>
          <a:xfrm>
            <a:off x="9262872" y="1389888"/>
            <a:ext cx="2926080" cy="2478024"/>
          </a:xfrm>
          <a:custGeom>
            <a:avLst/>
            <a:gdLst/>
            <a:ahLst/>
            <a:cxnLst/>
            <a:rect l="l" t="t" r="r" b="b"/>
            <a:pathLst>
              <a:path w="2926080" h="2478024">
                <a:moveTo>
                  <a:pt x="2926080" y="2478024"/>
                </a:moveTo>
                <a:lnTo>
                  <a:pt x="2926080" y="1965960"/>
                </a:lnTo>
                <a:cubicBezTo>
                  <a:pt x="1837944" y="1783080"/>
                  <a:pt x="941832" y="1078992"/>
                  <a:pt x="484632" y="137160"/>
                </a:cubicBezTo>
                <a:cubicBezTo>
                  <a:pt x="420624" y="18288"/>
                  <a:pt x="265176" y="-36576"/>
                  <a:pt x="137160" y="27432"/>
                </a:cubicBezTo>
                <a:cubicBezTo>
                  <a:pt x="18288" y="91440"/>
                  <a:pt x="-36576" y="237744"/>
                  <a:pt x="27432" y="365760"/>
                </a:cubicBezTo>
                <a:cubicBezTo>
                  <a:pt x="566928" y="1472184"/>
                  <a:pt x="1627632" y="2286000"/>
                  <a:pt x="2926080" y="2478024"/>
                </a:cubicBezTo>
              </a:path>
            </a:pathLst>
          </a:custGeom>
          <a:gradFill>
            <a:gsLst>
              <a:gs pos="0">
                <a:schemeClr val="lt1">
                  <a:alpha val="80000"/>
                </a:schemeClr>
              </a:gs>
              <a:gs pos="100000">
                <a:schemeClr val="accent1">
                  <a:alpha val="100000"/>
                </a:schemeClr>
              </a:gs>
            </a:gsLst>
            <a:lin ang="74674" scaled="0"/>
          </a:gradFill>
          <a:ln w="25400">
            <a:noFill/>
          </a:ln>
          <a:effectLst/>
          <a:extLst>
            <a:ext uri="{91240B29-F687-4F45-9708-019B960494DF}">
              <a14:hiddenLine xmlns:a14="http://schemas.microsoft.com/office/drawing/2010/main" w="25400">
                <a:solidFill>
                  <a:srgbClr val="000000"/>
                </a:solidFill>
              </a14:hiddenLine>
            </a:ext>
            <a:ext uri="{AF507438-7753-43E0-B8FC-AC1667EBCBE1}">
              <a14:hiddenEffects xmlns:a14="http://schemas.microsoft.com/office/drawing/2010/main">
                <a:effectLst>
                  <a:outerShdw blurRad="254000" dist="127000" dir="5400000" algn="ctr" rotWithShape="0">
                    <a:srgbClr val="000000">
                      <a:alpha val="40000"/>
                    </a:srgbClr>
                  </a:outerShdw>
                </a:effectLst>
              </a14:hiddenEffects>
            </a:ext>
          </a:extLst>
        </p:spPr>
        <p:style>
          <a:lnRef idx="2">
            <a:schemeClr val="accent1">
              <a:lumMod val="75000"/>
            </a:schemeClr>
          </a:lnRef>
          <a:fillRef idx="1">
            <a:schemeClr val="accent1"/>
          </a:fillRef>
          <a:effectRef idx="0">
            <a:srgbClr val="FFFFFF"/>
          </a:effectRef>
          <a:fontRef idx="minor">
            <a:schemeClr val="lt1"/>
          </a:fontRef>
        </p:style>
      </p:sp>
      <p:sp>
        <p:nvSpPr>
          <p:cNvPr id="17" name="Ellipse 8 (Stroke)_#color-2050&amp;12760"/>
          <p:cNvSpPr/>
          <p:nvPr userDrawn="1">
            <p:custDataLst>
              <p:tags r:id="rId5"/>
            </p:custDataLst>
          </p:nvPr>
        </p:nvSpPr>
        <p:spPr>
          <a:xfrm>
            <a:off x="10716768" y="3822192"/>
            <a:ext cx="1472184" cy="841248"/>
          </a:xfrm>
          <a:custGeom>
            <a:avLst/>
            <a:gdLst/>
            <a:ahLst/>
            <a:cxnLst/>
            <a:rect l="l" t="t" r="r" b="b"/>
            <a:pathLst>
              <a:path w="1472184" h="841248">
                <a:moveTo>
                  <a:pt x="1472184" y="329184"/>
                </a:moveTo>
                <a:lnTo>
                  <a:pt x="1472184" y="841248"/>
                </a:lnTo>
                <a:cubicBezTo>
                  <a:pt x="1005840" y="795528"/>
                  <a:pt x="557784" y="676656"/>
                  <a:pt x="146304" y="484632"/>
                </a:cubicBezTo>
                <a:cubicBezTo>
                  <a:pt x="18288" y="429768"/>
                  <a:pt x="-36576" y="274320"/>
                  <a:pt x="27432" y="146304"/>
                </a:cubicBezTo>
                <a:cubicBezTo>
                  <a:pt x="82296" y="18288"/>
                  <a:pt x="237744" y="-36576"/>
                  <a:pt x="356616" y="27432"/>
                </a:cubicBezTo>
                <a:cubicBezTo>
                  <a:pt x="704088" y="182880"/>
                  <a:pt x="1078992" y="292608"/>
                  <a:pt x="1472184" y="329184"/>
                </a:cubicBezTo>
              </a:path>
            </a:pathLst>
          </a:custGeom>
          <a:solidFill>
            <a:schemeClr val="lt1">
              <a:alpha val="40000"/>
            </a:schemeClr>
          </a:solidFill>
        </p:spPr>
      </p:sp>
      <p:sp>
        <p:nvSpPr>
          <p:cNvPr id="19" name="Ellipse 9_#color-2050&amp;12763"/>
          <p:cNvSpPr/>
          <p:nvPr userDrawn="1">
            <p:custDataLst>
              <p:tags r:id="rId6"/>
            </p:custDataLst>
          </p:nvPr>
        </p:nvSpPr>
        <p:spPr>
          <a:xfrm>
            <a:off x="0" y="3429000"/>
            <a:ext cx="3255264" cy="3429000"/>
          </a:xfrm>
          <a:custGeom>
            <a:avLst/>
            <a:gdLst/>
            <a:ahLst/>
            <a:cxnLst/>
            <a:rect l="l" t="t" r="r" b="b"/>
            <a:pathLst>
              <a:path w="3255264" h="3429000">
                <a:moveTo>
                  <a:pt x="3227832" y="3429000"/>
                </a:moveTo>
                <a:cubicBezTo>
                  <a:pt x="3246120" y="3300984"/>
                  <a:pt x="3255264" y="3172968"/>
                  <a:pt x="3255264" y="3044952"/>
                </a:cubicBezTo>
                <a:cubicBezTo>
                  <a:pt x="3255264" y="1362456"/>
                  <a:pt x="1883664" y="0"/>
                  <a:pt x="201168" y="0"/>
                </a:cubicBezTo>
                <a:cubicBezTo>
                  <a:pt x="137160" y="0"/>
                  <a:pt x="64008" y="0"/>
                  <a:pt x="0" y="9144"/>
                </a:cubicBezTo>
                <a:lnTo>
                  <a:pt x="0" y="512064"/>
                </a:lnTo>
                <a:cubicBezTo>
                  <a:pt x="64008" y="512064"/>
                  <a:pt x="137160" y="512064"/>
                  <a:pt x="201168" y="512064"/>
                </a:cubicBezTo>
                <a:cubicBezTo>
                  <a:pt x="1609344" y="512064"/>
                  <a:pt x="2743200" y="1645920"/>
                  <a:pt x="2743200" y="3044952"/>
                </a:cubicBezTo>
                <a:cubicBezTo>
                  <a:pt x="2743200" y="3172968"/>
                  <a:pt x="2734056" y="3300984"/>
                  <a:pt x="2715768" y="3429000"/>
                </a:cubicBezTo>
                <a:lnTo>
                  <a:pt x="3227832" y="3429000"/>
                </a:lnTo>
              </a:path>
            </a:pathLst>
          </a:custGeom>
          <a:solidFill>
            <a:schemeClr val="accent1">
              <a:lumMod val="40000"/>
              <a:lumOff val="60000"/>
              <a:alpha val="75000"/>
            </a:schemeClr>
          </a:solidFill>
        </p:spPr>
      </p:sp>
      <p:sp>
        <p:nvSpPr>
          <p:cNvPr id="2" name="标题 1"/>
          <p:cNvSpPr>
            <a:spLocks noGrp="1"/>
          </p:cNvSpPr>
          <p:nvPr userDrawn="1">
            <p:ph type="ctrTitle" hasCustomPrompt="1"/>
            <p:custDataLst>
              <p:tags r:id="rId7"/>
            </p:custDataLst>
          </p:nvPr>
        </p:nvSpPr>
        <p:spPr>
          <a:xfrm>
            <a:off x="838200" y="457200"/>
            <a:ext cx="10515000" cy="2998800"/>
          </a:xfrm>
        </p:spPr>
        <p:txBody>
          <a:bodyPr wrap="square" anchor="b">
            <a:normAutofit/>
          </a:bodyPr>
          <a:lstStyle>
            <a:lvl1pPr algn="ctr">
              <a:lnSpc>
                <a:spcPct val="100000"/>
              </a:lnSpc>
              <a:defRPr sz="8000">
                <a:solidFill>
                  <a:schemeClr val="lt1">
                    <a:lumMod val="100000"/>
                  </a:schemeClr>
                </a:solidFill>
                <a:latin typeface="+mj-lt"/>
                <a:ea typeface="+mj-lt"/>
                <a:cs typeface="+mj-lt"/>
              </a:defRPr>
            </a:lvl1pPr>
          </a:lstStyle>
          <a:p>
            <a:r>
              <a:rPr lang="zh-CN" altLang="en-US" dirty="0"/>
              <a:t>单击编辑母版标题</a:t>
            </a:r>
            <a:endParaRPr lang="zh-CN" altLang="en-US" dirty="0"/>
          </a:p>
        </p:txBody>
      </p:sp>
      <p:sp>
        <p:nvSpPr>
          <p:cNvPr id="4" name="日期占位符 3"/>
          <p:cNvSpPr>
            <a:spLocks noGrp="1"/>
          </p:cNvSpPr>
          <p:nvPr userDrawn="1">
            <p:ph type="dt" sz="half" idx="10"/>
            <p:custDataLst>
              <p:tags r:id="rId8"/>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userDrawn="1">
            <p:ph type="ftr" sz="quarter" idx="11"/>
            <p:custDataLst>
              <p:tags r:id="rId9"/>
            </p:custDataLst>
          </p:nvPr>
        </p:nvSpPr>
        <p:spPr/>
        <p:txBody>
          <a:bodyPr/>
          <a:lstStyle/>
          <a:p>
            <a:endParaRPr lang="zh-CN" altLang="en-US"/>
          </a:p>
        </p:txBody>
      </p:sp>
      <p:sp>
        <p:nvSpPr>
          <p:cNvPr id="6" name="灯片编号占位符 5"/>
          <p:cNvSpPr>
            <a:spLocks noGrp="1"/>
          </p:cNvSpPr>
          <p:nvPr userDrawn="1">
            <p:ph type="sldNum" sz="quarter" idx="12"/>
            <p:custDataLst>
              <p:tags r:id="rId10"/>
            </p:custDataLst>
          </p:nvPr>
        </p:nvSpPr>
        <p:spPr>
          <a:xfrm>
            <a:off x="8610600" y="6356350"/>
            <a:ext cx="2743200" cy="365125"/>
          </a:xfrm>
        </p:spPr>
        <p:txBody>
          <a:bodyPr wrap="square">
            <a:normAutofit/>
          </a:bodyPr>
          <a:lstStyle/>
          <a:p>
            <a:fld id="{BE5F26B5-172A-4DC2-B0B7-181CFC56B87C}" type="slidenum">
              <a:rPr lang="zh-CN" altLang="en-US" smtClean="0"/>
            </a:fld>
            <a:endParaRPr lang="zh-CN" altLang="en-US"/>
          </a:p>
        </p:txBody>
      </p:sp>
      <p:sp>
        <p:nvSpPr>
          <p:cNvPr id="24" name="署名占位符 10"/>
          <p:cNvSpPr>
            <a:spLocks noGrp="1"/>
          </p:cNvSpPr>
          <p:nvPr userDrawn="1">
            <p:ph type="body" sz="quarter" idx="17" hasCustomPrompt="1"/>
            <p:custDataLst>
              <p:tags r:id="rId11"/>
            </p:custDataLst>
          </p:nvPr>
        </p:nvSpPr>
        <p:spPr>
          <a:xfrm>
            <a:off x="838200" y="3908350"/>
            <a:ext cx="10515000" cy="1240560"/>
          </a:xfrm>
        </p:spPr>
        <p:txBody>
          <a:bodyPr wrap="square" anchor="t">
            <a:normAutofit/>
          </a:bodyPr>
          <a:lstStyle>
            <a:lvl1pPr marL="0" indent="0" algn="ctr">
              <a:lnSpc>
                <a:spcPct val="100000"/>
              </a:lnSpc>
              <a:buNone/>
              <a:defRPr sz="2400">
                <a:solidFill>
                  <a:schemeClr val="lt1">
                    <a:lumMod val="100000"/>
                  </a:schemeClr>
                </a:solidFill>
                <a:latin typeface="+mn-lt"/>
                <a:ea typeface="+mn-lt"/>
                <a:cs typeface="+mn-lt"/>
              </a:defRPr>
            </a:lvl1pPr>
          </a:lstStyle>
          <a:p>
            <a:pPr lvl="0"/>
            <a:r>
              <a:rPr lang="zh-CN" altLang="en-US" dirty="0"/>
              <a:t>署名</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1" Type="http://schemas.openxmlformats.org/officeDocument/2006/relationships/theme" Target="../theme/theme1.xml"/><Relationship Id="rId20" Type="http://schemas.openxmlformats.org/officeDocument/2006/relationships/tags" Target="../tags/tag80.xml"/><Relationship Id="rId2" Type="http://schemas.openxmlformats.org/officeDocument/2006/relationships/slideLayout" Target="../slideLayouts/slideLayout2.xml"/><Relationship Id="rId19" Type="http://schemas.openxmlformats.org/officeDocument/2006/relationships/tags" Target="../tags/tag79.xml"/><Relationship Id="rId18" Type="http://schemas.openxmlformats.org/officeDocument/2006/relationships/tags" Target="../tags/tag78.xml"/><Relationship Id="rId17" Type="http://schemas.openxmlformats.org/officeDocument/2006/relationships/tags" Target="../tags/tag77.xml"/><Relationship Id="rId16" Type="http://schemas.openxmlformats.org/officeDocument/2006/relationships/tags" Target="../tags/tag76.xml"/><Relationship Id="rId15" Type="http://schemas.openxmlformats.org/officeDocument/2006/relationships/tags" Target="../tags/tag75.xml"/><Relationship Id="rId14" Type="http://schemas.openxmlformats.org/officeDocument/2006/relationships/tags" Target="../tags/tag74.xml"/><Relationship Id="rId13" Type="http://schemas.openxmlformats.org/officeDocument/2006/relationships/tags" Target="../tags/tag73.xml"/><Relationship Id="rId12" Type="http://schemas.openxmlformats.org/officeDocument/2006/relationships/tags" Target="../tags/tag7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Ellipse 5 (Stroke)_#color-2050&amp;12748"/>
          <p:cNvSpPr/>
          <p:nvPr userDrawn="1">
            <p:custDataLst>
              <p:tags r:id="rId12"/>
            </p:custDataLst>
          </p:nvPr>
        </p:nvSpPr>
        <p:spPr>
          <a:xfrm>
            <a:off x="0" y="0"/>
            <a:ext cx="1746504" cy="1655064"/>
          </a:xfrm>
          <a:custGeom>
            <a:avLst/>
            <a:gdLst/>
            <a:ahLst/>
            <a:cxnLst/>
            <a:rect l="l" t="t" r="r" b="b"/>
            <a:pathLst>
              <a:path w="1746504" h="1655064">
                <a:moveTo>
                  <a:pt x="0" y="1133856"/>
                </a:moveTo>
                <a:cubicBezTo>
                  <a:pt x="384048" y="1051560"/>
                  <a:pt x="731520" y="841248"/>
                  <a:pt x="978408" y="502920"/>
                </a:cubicBezTo>
                <a:cubicBezTo>
                  <a:pt x="1088136" y="347472"/>
                  <a:pt x="1170432" y="173736"/>
                  <a:pt x="1216152" y="0"/>
                </a:cubicBezTo>
                <a:lnTo>
                  <a:pt x="1746504" y="0"/>
                </a:lnTo>
                <a:cubicBezTo>
                  <a:pt x="1682496" y="274320"/>
                  <a:pt x="1563624" y="548640"/>
                  <a:pt x="1389888" y="795528"/>
                </a:cubicBezTo>
                <a:cubicBezTo>
                  <a:pt x="1042416" y="1271016"/>
                  <a:pt x="539496" y="1563624"/>
                  <a:pt x="0" y="1655064"/>
                </a:cubicBezTo>
                <a:lnTo>
                  <a:pt x="0" y="1133856"/>
                </a:lnTo>
              </a:path>
            </a:pathLst>
          </a:custGeom>
          <a:solidFill>
            <a:schemeClr val="accent1">
              <a:alpha val="10000"/>
            </a:schemeClr>
          </a:solidFill>
        </p:spPr>
        <p:txBody>
          <a:bodyPr/>
          <a:lstStyle/>
          <a:p>
            <a:endParaRPr lang="zh-CN" altLang="en-US"/>
          </a:p>
        </p:txBody>
      </p:sp>
      <p:sp>
        <p:nvSpPr>
          <p:cNvPr id="8" name="Ellipse 3 (Stroke)_#color-2050&amp;12745"/>
          <p:cNvSpPr/>
          <p:nvPr userDrawn="1">
            <p:custDataLst>
              <p:tags r:id="rId13"/>
            </p:custDataLst>
          </p:nvPr>
        </p:nvSpPr>
        <p:spPr>
          <a:xfrm>
            <a:off x="11271250" y="5772785"/>
            <a:ext cx="918210" cy="1084580"/>
          </a:xfrm>
          <a:custGeom>
            <a:avLst/>
            <a:gdLst/>
            <a:ahLst/>
            <a:cxnLst/>
            <a:rect l="l" t="t" r="r" b="b"/>
            <a:pathLst>
              <a:path w="3236976" h="3822192">
                <a:moveTo>
                  <a:pt x="3236976" y="0"/>
                </a:moveTo>
                <a:cubicBezTo>
                  <a:pt x="1399032" y="301752"/>
                  <a:pt x="0" y="1901952"/>
                  <a:pt x="0" y="3822192"/>
                </a:cubicBezTo>
                <a:lnTo>
                  <a:pt x="512064" y="3822192"/>
                </a:lnTo>
                <a:cubicBezTo>
                  <a:pt x="512064" y="2176272"/>
                  <a:pt x="1682496" y="813816"/>
                  <a:pt x="3236976" y="512064"/>
                </a:cubicBezTo>
                <a:lnTo>
                  <a:pt x="3236976" y="0"/>
                </a:lnTo>
              </a:path>
            </a:pathLst>
          </a:custGeom>
          <a:solidFill>
            <a:schemeClr val="accent1">
              <a:alpha val="10000"/>
            </a:schemeClr>
          </a:solidFill>
        </p:spPr>
      </p:sp>
      <p:sp>
        <p:nvSpPr>
          <p:cNvPr id="10" name="Ellipse 4 (Stroke)_#color_$accent2_$accent2-2050&amp;12751"/>
          <p:cNvSpPr/>
          <p:nvPr userDrawn="1">
            <p:custDataLst>
              <p:tags r:id="rId14"/>
            </p:custDataLst>
          </p:nvPr>
        </p:nvSpPr>
        <p:spPr>
          <a:xfrm>
            <a:off x="11429365" y="5772785"/>
            <a:ext cx="760095" cy="607060"/>
          </a:xfrm>
          <a:custGeom>
            <a:avLst/>
            <a:gdLst/>
            <a:ahLst/>
            <a:cxnLst/>
            <a:rect l="l" t="t" r="r" b="b"/>
            <a:pathLst>
              <a:path w="2679192" h="2139696">
                <a:moveTo>
                  <a:pt x="2679192" y="0"/>
                </a:moveTo>
                <a:lnTo>
                  <a:pt x="2679192" y="512064"/>
                </a:lnTo>
                <a:cubicBezTo>
                  <a:pt x="1746504" y="694944"/>
                  <a:pt x="960120" y="1252728"/>
                  <a:pt x="466344" y="2020824"/>
                </a:cubicBezTo>
                <a:cubicBezTo>
                  <a:pt x="393192" y="2139696"/>
                  <a:pt x="237744" y="2176272"/>
                  <a:pt x="118872" y="2103120"/>
                </a:cubicBezTo>
                <a:cubicBezTo>
                  <a:pt x="0" y="2020824"/>
                  <a:pt x="-36576" y="1865376"/>
                  <a:pt x="36576" y="1746504"/>
                </a:cubicBezTo>
                <a:cubicBezTo>
                  <a:pt x="621792" y="832104"/>
                  <a:pt x="1572768" y="182880"/>
                  <a:pt x="2679192" y="0"/>
                </a:cubicBezTo>
              </a:path>
            </a:pathLst>
          </a:custGeom>
          <a:gradFill>
            <a:gsLst>
              <a:gs pos="0">
                <a:schemeClr val="accent2">
                  <a:alpha val="10000"/>
                </a:schemeClr>
              </a:gs>
              <a:gs pos="70313">
                <a:schemeClr val="accent2">
                  <a:alpha val="0"/>
                </a:schemeClr>
              </a:gs>
            </a:gsLst>
            <a:lin ang="74674" scaled="0"/>
          </a:gradFill>
          <a:ln w="25400">
            <a:noFill/>
          </a:ln>
          <a:effectLst/>
          <a:extLst>
            <a:ext uri="{91240B29-F687-4F45-9708-019B960494DF}">
              <a14:hiddenLine xmlns:a14="http://schemas.microsoft.com/office/drawing/2010/main" w="25400">
                <a:solidFill>
                  <a:srgbClr val="000000"/>
                </a:solidFill>
              </a14:hiddenLine>
            </a:ext>
            <a:ext uri="{AF507438-7753-43E0-B8FC-AC1667EBCBE1}">
              <a14:hiddenEffects xmlns:a14="http://schemas.microsoft.com/office/drawing/2010/main">
                <a:effectLst>
                  <a:outerShdw blurRad="254000" dist="127000" dir="5400000" algn="ctr" rotWithShape="0">
                    <a:srgbClr val="000000">
                      <a:alpha val="40000"/>
                    </a:srgbClr>
                  </a:outerShdw>
                </a:effectLst>
              </a14:hiddenEffects>
            </a:ext>
          </a:extLst>
        </p:spPr>
        <p:style>
          <a:lnRef idx="2">
            <a:schemeClr val="accent1">
              <a:lumMod val="75000"/>
            </a:schemeClr>
          </a:lnRef>
          <a:fillRef idx="1">
            <a:schemeClr val="accent1"/>
          </a:fillRef>
          <a:effectRef idx="0">
            <a:srgbClr val="FFFFFF"/>
          </a:effectRef>
          <a:fontRef idx="minor">
            <a:schemeClr val="lt1"/>
          </a:fontRef>
        </p:style>
      </p:sp>
      <p:sp>
        <p:nvSpPr>
          <p:cNvPr id="2" name="标题占位符 1"/>
          <p:cNvSpPr>
            <a:spLocks noGrp="1"/>
          </p:cNvSpPr>
          <p:nvPr>
            <p:ph type="title"/>
            <p:custDataLst>
              <p:tags r:id="rId15"/>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6"/>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17"/>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18"/>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9"/>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11" name="KSO_TEMPLATE" hidden="1"/>
          <p:cNvSpPr/>
          <p:nvPr userDrawn="1">
            <p:custDataLst>
              <p:tags r:id="rId20"/>
            </p:custDataLst>
          </p:nvPr>
        </p:nvSpPr>
        <p:spPr>
          <a:xfrm>
            <a:off x="0" y="0"/>
            <a:ext cx="0" cy="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100000"/>
        </a:lnSpc>
        <a:spcBef>
          <a:spcPct val="0"/>
        </a:spcBef>
        <a:buNone/>
        <a:defRPr sz="3200" b="1" kern="1200">
          <a:solidFill>
            <a:schemeClr val="accent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9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9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9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9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9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tags" Target="../tags/tag83.xml"/><Relationship Id="rId2" Type="http://schemas.openxmlformats.org/officeDocument/2006/relationships/tags" Target="../tags/tag82.xml"/><Relationship Id="rId1" Type="http://schemas.openxmlformats.org/officeDocument/2006/relationships/tags" Target="../tags/tag81.xml"/></Relationships>
</file>

<file path=ppt/slides/_rels/slide2.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86.xml"/><Relationship Id="rId2" Type="http://schemas.openxmlformats.org/officeDocument/2006/relationships/tags" Target="../tags/tag85.xml"/><Relationship Id="rId1" Type="http://schemas.openxmlformats.org/officeDocument/2006/relationships/tags" Target="../tags/tag84.xml"/></Relationships>
</file>

<file path=ppt/slides/_rels/slide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89.xml"/><Relationship Id="rId2" Type="http://schemas.openxmlformats.org/officeDocument/2006/relationships/tags" Target="../tags/tag88.xml"/><Relationship Id="rId1" Type="http://schemas.openxmlformats.org/officeDocument/2006/relationships/tags" Target="../tags/tag87.xml"/></Relationships>
</file>

<file path=ppt/slides/_rels/slide4.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92.xml"/><Relationship Id="rId2" Type="http://schemas.openxmlformats.org/officeDocument/2006/relationships/tags" Target="../tags/tag91.xml"/><Relationship Id="rId1" Type="http://schemas.openxmlformats.org/officeDocument/2006/relationships/tags" Target="../tags/tag90.xml"/></Relationships>
</file>

<file path=ppt/slides/_rels/slide5.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95.xml"/><Relationship Id="rId2" Type="http://schemas.openxmlformats.org/officeDocument/2006/relationships/tags" Target="../tags/tag94.xml"/><Relationship Id="rId1" Type="http://schemas.openxmlformats.org/officeDocument/2006/relationships/tags" Target="../tags/tag93.xml"/></Relationships>
</file>

<file path=ppt/slides/_rels/slide6.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98.xml"/><Relationship Id="rId2" Type="http://schemas.openxmlformats.org/officeDocument/2006/relationships/tags" Target="../tags/tag97.xml"/><Relationship Id="rId1" Type="http://schemas.openxmlformats.org/officeDocument/2006/relationships/tags" Target="../tags/tag96.xml"/></Relationships>
</file>

<file path=ppt/slides/_rels/slide7.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tags" Target="../tags/tag101.xml"/><Relationship Id="rId3" Type="http://schemas.openxmlformats.org/officeDocument/2006/relationships/image" Target="../media/image1.png"/><Relationship Id="rId2" Type="http://schemas.openxmlformats.org/officeDocument/2006/relationships/tags" Target="../tags/tag100.xml"/><Relationship Id="rId1" Type="http://schemas.openxmlformats.org/officeDocument/2006/relationships/tags" Target="../tags/tag99.xml"/></Relationships>
</file>

<file path=ppt/slides/_rels/slide8.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104.xml"/><Relationship Id="rId2" Type="http://schemas.openxmlformats.org/officeDocument/2006/relationships/tags" Target="../tags/tag103.xml"/><Relationship Id="rId1" Type="http://schemas.openxmlformats.org/officeDocument/2006/relationships/tags" Target="../tags/tag102.xml"/></Relationships>
</file>

<file path=ppt/slides/_rels/slide9.xml.rels><?xml version="1.0" encoding="UTF-8" standalone="yes"?>
<Relationships xmlns="http://schemas.openxmlformats.org/package/2006/relationships"><Relationship Id="rId5" Type="http://schemas.openxmlformats.org/officeDocument/2006/relationships/slideLayout" Target="../slideLayouts/slideLayout2.xml"/><Relationship Id="rId4" Type="http://schemas.openxmlformats.org/officeDocument/2006/relationships/tags" Target="../tags/tag107.xml"/><Relationship Id="rId3" Type="http://schemas.openxmlformats.org/officeDocument/2006/relationships/image" Target="../media/image2.png"/><Relationship Id="rId2" Type="http://schemas.openxmlformats.org/officeDocument/2006/relationships/tags" Target="../tags/tag106.xml"/><Relationship Id="rId1" Type="http://schemas.openxmlformats.org/officeDocument/2006/relationships/tags" Target="../tags/tag105.xml"/></Relationships>
</file>

<file path=ppt/slides/_rels/slide10.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110.xml"/><Relationship Id="rId2" Type="http://schemas.openxmlformats.org/officeDocument/2006/relationships/tags" Target="../tags/tag109.xml"/><Relationship Id="rId1" Type="http://schemas.openxmlformats.org/officeDocument/2006/relationships/tags" Target="../tags/tag108.xml"/></Relationships>
</file>

<file path=ppt/slides/_rels/slide11.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112.xml"/><Relationship Id="rId2" Type="http://schemas.openxmlformats.org/officeDocument/2006/relationships/image" Target="../media/image3.png"/><Relationship Id="rId1" Type="http://schemas.openxmlformats.org/officeDocument/2006/relationships/tags" Target="../tags/tag111.xml"/></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115.xml"/><Relationship Id="rId2" Type="http://schemas.openxmlformats.org/officeDocument/2006/relationships/tags" Target="../tags/tag114.xml"/><Relationship Id="rId1" Type="http://schemas.openxmlformats.org/officeDocument/2006/relationships/tags" Target="../tags/tag113.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17.xml"/><Relationship Id="rId1" Type="http://schemas.openxmlformats.org/officeDocument/2006/relationships/tags" Target="../tags/tag116.xml"/></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11.xml"/><Relationship Id="rId3" Type="http://schemas.openxmlformats.org/officeDocument/2006/relationships/tags" Target="../tags/tag120.xml"/><Relationship Id="rId2" Type="http://schemas.openxmlformats.org/officeDocument/2006/relationships/tags" Target="../tags/tag119.xml"/><Relationship Id="rId1" Type="http://schemas.openxmlformats.org/officeDocument/2006/relationships/tags" Target="../tags/tag1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ctrTitle"/>
            <p:custDataLst>
              <p:tags r:id="rId1"/>
            </p:custDataLst>
          </p:nvPr>
        </p:nvSpPr>
        <p:spPr>
          <a:xfrm>
            <a:off x="873125" y="1811020"/>
            <a:ext cx="9816465" cy="2076450"/>
          </a:xfrm>
        </p:spPr>
        <p:txBody>
          <a:bodyPr>
            <a:normAutofit fontScale="90000"/>
          </a:bodyPr>
          <a:lstStyle/>
          <a:p>
            <a:r>
              <a:rPr lang="en-US" altLang="en-US" sz="4000"/>
              <a:t>Perceived Stress as a Social and Psychological Outcome: The Role of</a:t>
            </a:r>
            <a:br>
              <a:rPr lang="en-US" altLang="en-US" sz="4000"/>
            </a:br>
            <a:r>
              <a:rPr lang="en-US" altLang="en-US" sz="4000"/>
              <a:t>Socioeconomic Status, Psychosocial Resources, and Adverse Life</a:t>
            </a:r>
            <a:br>
              <a:rPr lang="en-US" altLang="en-US" sz="4000"/>
            </a:br>
            <a:r>
              <a:rPr lang="en-US" altLang="en-US" sz="4000"/>
              <a:t>Experiences</a:t>
            </a:r>
            <a:endParaRPr lang="en-US" altLang="en-US" sz="4000"/>
          </a:p>
        </p:txBody>
      </p:sp>
      <p:sp>
        <p:nvSpPr>
          <p:cNvPr id="10" name="署名"/>
          <p:cNvSpPr>
            <a:spLocks noGrp="1"/>
          </p:cNvSpPr>
          <p:nvPr>
            <p:ph type="body" sz="quarter" idx="17"/>
            <p:custDataLst>
              <p:tags r:id="rId2"/>
            </p:custDataLst>
          </p:nvPr>
        </p:nvSpPr>
        <p:spPr/>
        <p:txBody>
          <a:bodyPr/>
          <a:lstStyle/>
          <a:p>
            <a:r>
              <a:rPr lang="en-US" altLang="zh-CN"/>
              <a:t>Yuxuan Gou</a:t>
            </a:r>
            <a:endParaRPr lang="en-US" altLang="zh-CN"/>
          </a:p>
        </p:txBody>
      </p:sp>
    </p:spTree>
    <p:custDataLst>
      <p:tags r:id="rId3"/>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p:cNvSpPr>
            <a:spLocks noGrp="1"/>
          </p:cNvSpPr>
          <p:nvPr>
            <p:ph type="title"/>
            <p:custDataLst>
              <p:tags r:id="rId1"/>
            </p:custDataLst>
          </p:nvPr>
        </p:nvSpPr>
        <p:spPr/>
        <p:txBody>
          <a:bodyPr/>
          <a:lstStyle/>
          <a:p>
            <a:r>
              <a:rPr lang="en-US" altLang="en-US"/>
              <a:t>Why does this topic matter?</a:t>
            </a:r>
            <a:endParaRPr lang="en-US" altLang="en-US"/>
          </a:p>
        </p:txBody>
      </p:sp>
      <p:sp>
        <p:nvSpPr>
          <p:cNvPr id="3" name="正文"/>
          <p:cNvSpPr>
            <a:spLocks noGrp="1"/>
          </p:cNvSpPr>
          <p:nvPr>
            <p:ph idx="1"/>
            <p:custDataLst>
              <p:tags r:id="rId2"/>
            </p:custDataLst>
          </p:nvPr>
        </p:nvSpPr>
        <p:spPr/>
        <p:txBody>
          <a:bodyPr>
            <a:normAutofit fontScale="90000" lnSpcReduction="10000"/>
          </a:bodyPr>
          <a:lstStyle/>
          <a:p>
            <a:r>
              <a:rPr lang="en-US" altLang="en-US"/>
              <a:t>Perceived stress is closely related to mental health, physical health, and everyday functioning.</a:t>
            </a:r>
            <a:endParaRPr lang="en-US" altLang="en-US"/>
          </a:p>
          <a:p>
            <a:endParaRPr lang="en-US" altLang="en-US"/>
          </a:p>
          <a:p>
            <a:r>
              <a:rPr lang="en-US" altLang="en-US"/>
              <a:t>Stress is not only an individual feeling. It is also shaped by social conditions, family environment, health status, and life experiences.</a:t>
            </a:r>
            <a:endParaRPr lang="en-US" altLang="en-US"/>
          </a:p>
          <a:p>
            <a:endParaRPr lang="en-US" altLang="en-US"/>
          </a:p>
          <a:p>
            <a:r>
              <a:rPr lang="en-US" altLang="en-US"/>
              <a:t>Previous studies have examined demographic factors, psychosocial resources, or adverse experiences, but these factors are often studied separately.</a:t>
            </a:r>
            <a:endParaRPr lang="en-US" altLang="en-US"/>
          </a:p>
          <a:p>
            <a:endParaRPr lang="en-US" altLang="en-US"/>
          </a:p>
          <a:p>
            <a:r>
              <a:rPr lang="en-US" altLang="en-US"/>
              <a:t>This makes it useful to compare them within one analytical framework.</a:t>
            </a:r>
            <a:endParaRPr lang="en-US" altLang="en-US"/>
          </a:p>
        </p:txBody>
      </p:sp>
    </p:spTree>
    <p:custDataLst>
      <p:tags r:id="rId3"/>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p:cNvSpPr>
            <a:spLocks noGrp="1"/>
          </p:cNvSpPr>
          <p:nvPr>
            <p:ph type="title"/>
            <p:custDataLst>
              <p:tags r:id="rId1"/>
            </p:custDataLst>
          </p:nvPr>
        </p:nvSpPr>
        <p:spPr/>
        <p:txBody>
          <a:bodyPr/>
          <a:lstStyle/>
          <a:p>
            <a:r>
              <a:rPr lang="en-US" altLang="en-US"/>
              <a:t>Research question</a:t>
            </a:r>
            <a:endParaRPr lang="en-US" altLang="en-US"/>
          </a:p>
        </p:txBody>
      </p:sp>
      <p:sp>
        <p:nvSpPr>
          <p:cNvPr id="3" name="正文"/>
          <p:cNvSpPr>
            <a:spLocks noGrp="1"/>
          </p:cNvSpPr>
          <p:nvPr>
            <p:ph idx="1"/>
            <p:custDataLst>
              <p:tags r:id="rId2"/>
            </p:custDataLst>
          </p:nvPr>
        </p:nvSpPr>
        <p:spPr>
          <a:xfrm>
            <a:off x="300990" y="1080135"/>
            <a:ext cx="12740640" cy="5095240"/>
          </a:xfrm>
        </p:spPr>
        <p:txBody>
          <a:bodyPr>
            <a:normAutofit/>
          </a:bodyPr>
          <a:lstStyle/>
          <a:p>
            <a:pPr marL="0" indent="0">
              <a:buNone/>
            </a:pPr>
            <a:r>
              <a:rPr lang="en-US" altLang="en-US" b="1"/>
              <a:t>Main research question:</a:t>
            </a:r>
            <a:endParaRPr lang="en-US" altLang="en-US" b="1"/>
          </a:p>
          <a:p>
            <a:r>
              <a:rPr lang="en-US" altLang="en-US"/>
              <a:t>Which sociodemographic, psychosocial, and life-course factors matter most for perceived stress?</a:t>
            </a:r>
            <a:endParaRPr lang="en-US" altLang="en-US"/>
          </a:p>
          <a:p>
            <a:pPr marL="0" indent="0">
              <a:buNone/>
            </a:pPr>
            <a:r>
              <a:rPr lang="en-US" altLang="en-US" b="1"/>
              <a:t>More specifically:</a:t>
            </a:r>
            <a:endParaRPr lang="en-US" altLang="en-US"/>
          </a:p>
          <a:p>
            <a:r>
              <a:rPr lang="en-US" altLang="en-US"/>
              <a:t>Do psychological distress variables contribute more strongly to perceived stress than demographic background?</a:t>
            </a:r>
            <a:endParaRPr lang="en-US" altLang="en-US"/>
          </a:p>
          <a:p>
            <a:r>
              <a:rPr lang="en-US" altLang="en-US"/>
              <a:t>Do psychosocial resources help protect against stress?</a:t>
            </a:r>
            <a:endParaRPr lang="en-US" altLang="en-US"/>
          </a:p>
          <a:p>
            <a:r>
              <a:rPr lang="en-US" altLang="en-US"/>
              <a:t>Do adverse life experiences remain important across different models?</a:t>
            </a:r>
            <a:endParaRPr lang="en-US" altLang="en-US"/>
          </a:p>
        </p:txBody>
      </p:sp>
    </p:spTree>
    <p:custDataLst>
      <p:tags r:id="rId3"/>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p:cNvSpPr>
            <a:spLocks noGrp="1"/>
          </p:cNvSpPr>
          <p:nvPr>
            <p:ph type="title"/>
            <p:custDataLst>
              <p:tags r:id="rId1"/>
            </p:custDataLst>
          </p:nvPr>
        </p:nvSpPr>
        <p:spPr/>
        <p:txBody>
          <a:bodyPr/>
          <a:lstStyle/>
          <a:p>
            <a:r>
              <a:rPr lang="en-US" altLang="en-US"/>
              <a:t>Data and sample</a:t>
            </a:r>
            <a:endParaRPr lang="en-US" altLang="en-US"/>
          </a:p>
        </p:txBody>
      </p:sp>
      <p:sp>
        <p:nvSpPr>
          <p:cNvPr id="3" name="正文"/>
          <p:cNvSpPr>
            <a:spLocks noGrp="1"/>
          </p:cNvSpPr>
          <p:nvPr>
            <p:ph idx="1"/>
            <p:custDataLst>
              <p:tags r:id="rId2"/>
            </p:custDataLst>
          </p:nvPr>
        </p:nvSpPr>
        <p:spPr>
          <a:xfrm>
            <a:off x="338455" y="1080135"/>
            <a:ext cx="11157585" cy="5095240"/>
          </a:xfrm>
        </p:spPr>
        <p:txBody>
          <a:bodyPr>
            <a:normAutofit fontScale="85000" lnSpcReduction="10000"/>
          </a:bodyPr>
          <a:lstStyle/>
          <a:p>
            <a:pPr marL="0" indent="0">
              <a:buNone/>
            </a:pPr>
            <a:r>
              <a:rPr lang="en-US" altLang="en-US" b="1"/>
              <a:t>Data source:</a:t>
            </a:r>
            <a:endParaRPr lang="en-US" altLang="en-US" b="1"/>
          </a:p>
          <a:p>
            <a:r>
              <a:rPr lang="en-US" altLang="en-US"/>
              <a:t>2023 Psychology and Behavior Investigation of Chinese Residents (PBICR)</a:t>
            </a:r>
            <a:endParaRPr lang="en-US" altLang="en-US"/>
          </a:p>
          <a:p>
            <a:pPr marL="0" indent="0">
              <a:buNone/>
            </a:pPr>
            <a:r>
              <a:rPr lang="en-US" altLang="en-US" b="1"/>
              <a:t>Sample:</a:t>
            </a:r>
            <a:endParaRPr lang="en-US" altLang="en-US" b="1"/>
          </a:p>
          <a:p>
            <a:r>
              <a:rPr lang="en-US" altLang="en-US"/>
              <a:t>Nationwide survey in China</a:t>
            </a:r>
            <a:endParaRPr lang="en-US" altLang="en-US"/>
          </a:p>
          <a:p>
            <a:r>
              <a:rPr lang="en-US" altLang="en-US"/>
              <a:t>Collected from June to August 2023</a:t>
            </a:r>
            <a:endParaRPr lang="en-US" altLang="en-US"/>
          </a:p>
          <a:p>
            <a:r>
              <a:rPr lang="en-US" altLang="en-US"/>
              <a:t>Sample size: 30,054</a:t>
            </a:r>
            <a:endParaRPr lang="en-US" altLang="en-US"/>
          </a:p>
          <a:p>
            <a:pPr marL="0" indent="0">
              <a:buNone/>
            </a:pPr>
            <a:r>
              <a:rPr lang="en-US" altLang="en-US" b="1"/>
              <a:t>Why this dataset is useful:</a:t>
            </a:r>
            <a:endParaRPr lang="en-US" altLang="en-US" b="1"/>
          </a:p>
          <a:p>
            <a:r>
              <a:rPr lang="en-US" altLang="en-US"/>
              <a:t>Large sample</a:t>
            </a:r>
            <a:endParaRPr lang="en-US" altLang="en-US"/>
          </a:p>
          <a:p>
            <a:r>
              <a:rPr lang="en-US" altLang="en-US"/>
              <a:t>Rich measures on stress, health, psychosocial resources, and life experiences</a:t>
            </a:r>
            <a:endParaRPr lang="en-US" altLang="en-US"/>
          </a:p>
          <a:p>
            <a:r>
              <a:rPr lang="en-US" altLang="en-US"/>
              <a:t>Suitable for comparing multiple groups of predictors in one study</a:t>
            </a:r>
            <a:endParaRPr lang="en-US" altLang="en-US"/>
          </a:p>
        </p:txBody>
      </p:sp>
    </p:spTree>
    <p:custDataLst>
      <p:tags r:id="rId3"/>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p:cNvSpPr>
            <a:spLocks noGrp="1"/>
          </p:cNvSpPr>
          <p:nvPr>
            <p:ph type="title"/>
            <p:custDataLst>
              <p:tags r:id="rId1"/>
            </p:custDataLst>
          </p:nvPr>
        </p:nvSpPr>
        <p:spPr/>
        <p:txBody>
          <a:bodyPr/>
          <a:lstStyle/>
          <a:p>
            <a:r>
              <a:rPr lang="en-US" altLang="en-US"/>
              <a:t>Variables</a:t>
            </a:r>
            <a:endParaRPr lang="en-US" altLang="en-US"/>
          </a:p>
        </p:txBody>
      </p:sp>
      <p:sp>
        <p:nvSpPr>
          <p:cNvPr id="3" name="正文"/>
          <p:cNvSpPr>
            <a:spLocks noGrp="1"/>
          </p:cNvSpPr>
          <p:nvPr>
            <p:ph idx="1"/>
            <p:custDataLst>
              <p:tags r:id="rId2"/>
            </p:custDataLst>
          </p:nvPr>
        </p:nvSpPr>
        <p:spPr/>
        <p:txBody>
          <a:bodyPr>
            <a:normAutofit fontScale="90000"/>
          </a:bodyPr>
          <a:lstStyle/>
          <a:p>
            <a:pPr marL="0" indent="0">
              <a:buNone/>
            </a:pPr>
            <a:r>
              <a:rPr lang="en-US" altLang="en-US" b="1"/>
              <a:t>Outcome: </a:t>
            </a:r>
            <a:r>
              <a:rPr lang="en-US" altLang="en-US"/>
              <a:t>Perceived stress: pss4_total</a:t>
            </a:r>
            <a:endParaRPr lang="en-US" altLang="en-US"/>
          </a:p>
          <a:p>
            <a:pPr marL="0" indent="0">
              <a:buNone/>
            </a:pPr>
            <a:r>
              <a:rPr lang="en-US" altLang="en-US" b="1"/>
              <a:t>Predictor groups:</a:t>
            </a:r>
            <a:endParaRPr lang="en-US" altLang="en-US" b="1"/>
          </a:p>
          <a:p>
            <a:r>
              <a:rPr lang="en-US" altLang="en-US"/>
              <a:t>Sociodemographic factors: age, gender, education, income, hukou, marital status, employment, living alone</a:t>
            </a:r>
            <a:endParaRPr lang="en-US" altLang="en-US"/>
          </a:p>
          <a:p>
            <a:r>
              <a:rPr lang="en-US" altLang="en-US"/>
              <a:t>Health and behavior factors: BMI, self-rated health, sleep quality, chronotype, drinking, smoking, chronic disease</a:t>
            </a:r>
            <a:endParaRPr lang="en-US" altLang="en-US"/>
          </a:p>
          <a:p>
            <a:r>
              <a:rPr lang="en-US" altLang="en-US"/>
              <a:t>Psychosocial resources: social support, self-efficacy, resilience, family support</a:t>
            </a:r>
            <a:endParaRPr lang="en-US" altLang="en-US"/>
          </a:p>
          <a:p>
            <a:r>
              <a:rPr lang="en-US" altLang="en-US"/>
              <a:t>Adversity / life-course factors: major life event, debt, adverse childhood experiences</a:t>
            </a:r>
            <a:endParaRPr lang="en-US" altLang="en-US"/>
          </a:p>
        </p:txBody>
      </p:sp>
    </p:spTree>
    <p:custDataLst>
      <p:tags r:id="rId3"/>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p:cNvSpPr>
            <a:spLocks noGrp="1"/>
          </p:cNvSpPr>
          <p:nvPr>
            <p:ph type="title"/>
            <p:custDataLst>
              <p:tags r:id="rId1"/>
            </p:custDataLst>
          </p:nvPr>
        </p:nvSpPr>
        <p:spPr/>
        <p:txBody>
          <a:bodyPr/>
          <a:lstStyle/>
          <a:p>
            <a:r>
              <a:rPr lang="en-US" altLang="en-US"/>
              <a:t>Analytic strategy</a:t>
            </a:r>
            <a:endParaRPr lang="en-US" altLang="en-US"/>
          </a:p>
        </p:txBody>
      </p:sp>
      <p:sp>
        <p:nvSpPr>
          <p:cNvPr id="3" name="正文"/>
          <p:cNvSpPr>
            <a:spLocks noGrp="1"/>
          </p:cNvSpPr>
          <p:nvPr>
            <p:ph idx="1"/>
            <p:custDataLst>
              <p:tags r:id="rId2"/>
            </p:custDataLst>
          </p:nvPr>
        </p:nvSpPr>
        <p:spPr/>
        <p:txBody>
          <a:bodyPr>
            <a:normAutofit/>
          </a:bodyPr>
          <a:lstStyle/>
          <a:p>
            <a:pPr marL="0" indent="0">
              <a:buNone/>
            </a:pPr>
            <a:r>
              <a:rPr lang="en-US" altLang="en-US" b="1"/>
              <a:t>Models used in this study</a:t>
            </a:r>
            <a:endParaRPr lang="en-US" altLang="en-US" b="1"/>
          </a:p>
          <a:p>
            <a:r>
              <a:rPr lang="en-US" altLang="en-US" b="1"/>
              <a:t>OLS regression: </a:t>
            </a:r>
            <a:r>
              <a:rPr lang="en-US" altLang="en-US"/>
              <a:t>baseline model for direction and statistical significance</a:t>
            </a:r>
            <a:endParaRPr lang="en-US" altLang="en-US"/>
          </a:p>
          <a:p>
            <a:r>
              <a:rPr lang="en-US" altLang="en-US" b="1"/>
              <a:t>LASSO regression:</a:t>
            </a:r>
            <a:r>
              <a:rPr lang="en-US" altLang="en-US"/>
              <a:t> selects a smaller set of important predictors</a:t>
            </a:r>
            <a:endParaRPr lang="en-US" altLang="en-US"/>
          </a:p>
          <a:p>
            <a:r>
              <a:rPr lang="en-US" altLang="en-US" b="1"/>
              <a:t>Random Forest:</a:t>
            </a:r>
            <a:r>
              <a:rPr lang="en-US" altLang="en-US"/>
              <a:t> captures more flexible predictive patterns</a:t>
            </a:r>
            <a:endParaRPr lang="en-US" altLang="en-US"/>
          </a:p>
          <a:p>
            <a:r>
              <a:rPr lang="en-US" altLang="en-US" b="1"/>
              <a:t>SHAP values: </a:t>
            </a:r>
            <a:r>
              <a:rPr lang="en-US" altLang="en-US"/>
              <a:t>improve the interpretation of the Random Forest model</a:t>
            </a:r>
            <a:endParaRPr lang="en-US" altLang="en-US"/>
          </a:p>
          <a:p>
            <a:r>
              <a:rPr lang="en-US" altLang="en-US" b="1"/>
              <a:t>Model evaluation:</a:t>
            </a:r>
            <a:r>
              <a:rPr lang="en-US" altLang="en-US"/>
              <a:t> RMSE, R², MAE</a:t>
            </a:r>
            <a:endParaRPr lang="en-US" altLang="en-US"/>
          </a:p>
          <a:p>
            <a:r>
              <a:rPr lang="en-US" altLang="en-US" b="1"/>
              <a:t>Random Forest setup:</a:t>
            </a:r>
            <a:r>
              <a:rPr lang="en-US" altLang="en-US"/>
              <a:t> 80/20 train-test split; 5-fold cross-validation; 500 trees</a:t>
            </a:r>
            <a:endParaRPr lang="en-US" altLang="en-US"/>
          </a:p>
        </p:txBody>
      </p:sp>
    </p:spTree>
    <p:custDataLst>
      <p:tags r:id="rId3"/>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p:cNvSpPr>
            <a:spLocks noGrp="1"/>
          </p:cNvSpPr>
          <p:nvPr>
            <p:ph type="title"/>
            <p:custDataLst>
              <p:tags r:id="rId1"/>
            </p:custDataLst>
          </p:nvPr>
        </p:nvSpPr>
        <p:spPr/>
        <p:txBody>
          <a:bodyPr/>
          <a:lstStyle/>
          <a:p>
            <a:r>
              <a:rPr lang="en-US" altLang="en-US"/>
              <a:t>Descriptive and exploratory findings</a:t>
            </a:r>
            <a:endParaRPr lang="en-US" altLang="en-US"/>
          </a:p>
        </p:txBody>
      </p:sp>
      <p:sp>
        <p:nvSpPr>
          <p:cNvPr id="3" name="正文"/>
          <p:cNvSpPr>
            <a:spLocks noGrp="1"/>
          </p:cNvSpPr>
          <p:nvPr>
            <p:ph idx="1"/>
            <p:custDataLst>
              <p:tags r:id="rId2"/>
            </p:custDataLst>
          </p:nvPr>
        </p:nvSpPr>
        <p:spPr>
          <a:xfrm>
            <a:off x="695960" y="1301750"/>
            <a:ext cx="6703695" cy="4873625"/>
          </a:xfrm>
        </p:spPr>
        <p:txBody>
          <a:bodyPr>
            <a:normAutofit fontScale="90000" lnSpcReduction="20000"/>
          </a:bodyPr>
          <a:lstStyle/>
          <a:p>
            <a:pPr marL="0" indent="0">
              <a:buNone/>
            </a:pPr>
            <a:r>
              <a:rPr lang="en-US" altLang="en-US" b="1"/>
              <a:t>Descriptive overview</a:t>
            </a:r>
            <a:endParaRPr lang="en-US" altLang="en-US" b="1"/>
          </a:p>
          <a:p>
            <a:pPr marL="0" indent="0">
              <a:buNone/>
            </a:pPr>
            <a:r>
              <a:rPr lang="en-US" altLang="en-US"/>
              <a:t>The sample is almost evenly split by gender and fairly balanced by hukou status. Most respondents are married. Most do not live alone and do not report major life events, debt, smoking, or drinking.</a:t>
            </a:r>
            <a:endParaRPr lang="en-US" altLang="en-US"/>
          </a:p>
          <a:p>
            <a:pPr marL="0" indent="0">
              <a:buNone/>
            </a:pPr>
            <a:r>
              <a:rPr lang="en-US" altLang="en-US" b="1"/>
              <a:t>Exploratory patterns</a:t>
            </a:r>
            <a:endParaRPr lang="en-US" altLang="en-US" b="1"/>
          </a:p>
          <a:p>
            <a:pPr marL="0" indent="0">
              <a:buNone/>
            </a:pPr>
            <a:r>
              <a:rPr lang="en-US" altLang="en-US"/>
              <a:t>Perceived stress is strongly positively correlated with: anxiety symptoms; depressive symptoms; Perceived stress is negatively correlated with:self-rated health, chronotype, self-efficacy, resilience, family support</a:t>
            </a:r>
            <a:endParaRPr lang="en-US" altLang="en-US"/>
          </a:p>
        </p:txBody>
      </p:sp>
      <p:pic>
        <p:nvPicPr>
          <p:cNvPr id="4" name="Picture 3"/>
          <p:cNvPicPr>
            <a:picLocks noChangeAspect="1"/>
          </p:cNvPicPr>
          <p:nvPr/>
        </p:nvPicPr>
        <p:blipFill>
          <a:blip r:embed="rId3"/>
          <a:stretch>
            <a:fillRect/>
          </a:stretch>
        </p:blipFill>
        <p:spPr>
          <a:xfrm>
            <a:off x="7500620" y="1652270"/>
            <a:ext cx="4666615" cy="4172585"/>
          </a:xfrm>
          <a:prstGeom prst="rect">
            <a:avLst/>
          </a:prstGeom>
        </p:spPr>
      </p:pic>
    </p:spTree>
    <p:custDataLst>
      <p:tags r:id="rId4"/>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p:cNvSpPr>
            <a:spLocks noGrp="1"/>
          </p:cNvSpPr>
          <p:nvPr>
            <p:ph type="title"/>
            <p:custDataLst>
              <p:tags r:id="rId1"/>
            </p:custDataLst>
          </p:nvPr>
        </p:nvSpPr>
        <p:spPr/>
        <p:txBody>
          <a:bodyPr/>
          <a:lstStyle/>
          <a:p>
            <a:r>
              <a:rPr lang="en-US" altLang="en-US"/>
              <a:t>OLS results</a:t>
            </a:r>
            <a:endParaRPr lang="en-US" altLang="en-US"/>
          </a:p>
        </p:txBody>
      </p:sp>
      <p:sp>
        <p:nvSpPr>
          <p:cNvPr id="3" name="正文"/>
          <p:cNvSpPr>
            <a:spLocks noGrp="1"/>
          </p:cNvSpPr>
          <p:nvPr>
            <p:ph idx="1"/>
            <p:custDataLst>
              <p:tags r:id="rId2"/>
            </p:custDataLst>
          </p:nvPr>
        </p:nvSpPr>
        <p:spPr>
          <a:xfrm>
            <a:off x="167640" y="987425"/>
            <a:ext cx="12198985" cy="5730240"/>
          </a:xfrm>
        </p:spPr>
        <p:txBody>
          <a:bodyPr>
            <a:normAutofit/>
          </a:bodyPr>
          <a:lstStyle/>
          <a:p>
            <a:pPr marL="0" indent="0">
              <a:buNone/>
            </a:pPr>
            <a:r>
              <a:rPr lang="en-US" altLang="en-US" b="1"/>
              <a:t>Main OLS findings (HC3 robust standard errors)</a:t>
            </a:r>
            <a:endParaRPr lang="en-US" altLang="en-US" b="1"/>
          </a:p>
          <a:p>
            <a:pPr marL="0" indent="0">
              <a:buNone/>
            </a:pPr>
            <a:r>
              <a:rPr lang="en-US" altLang="en-US" b="1"/>
              <a:t>Positive associations with perceived stress: </a:t>
            </a:r>
            <a:r>
              <a:rPr lang="en-US" altLang="en-US"/>
              <a:t>anxiety symptoms, depressive symptoms, job employment status, major life event, debt, adverse childhood experiences, drinking</a:t>
            </a:r>
            <a:endParaRPr lang="en-US" altLang="en-US"/>
          </a:p>
          <a:p>
            <a:pPr marL="0" indent="0">
              <a:buNone/>
            </a:pPr>
            <a:r>
              <a:rPr lang="en-US" altLang="en-US" b="1"/>
              <a:t>Negative associations with perceived stress:</a:t>
            </a:r>
            <a:r>
              <a:rPr lang="en-US" altLang="en-US"/>
              <a:t> education, income, self-rated health, chronotype, self-efficacy, family support</a:t>
            </a:r>
            <a:endParaRPr lang="en-US" altLang="en-US"/>
          </a:p>
          <a:p>
            <a:pPr marL="0" indent="0">
              <a:buNone/>
            </a:pPr>
            <a:r>
              <a:rPr lang="en-US" altLang="en-US" b="1"/>
              <a:t>Most prominent pattern:</a:t>
            </a:r>
            <a:r>
              <a:rPr lang="en-US" altLang="en-US"/>
              <a:t> Anxiety symptoms and depressive symptoms show the strongest positive associations.</a:t>
            </a:r>
            <a:endParaRPr lang="en-US" altLang="en-US"/>
          </a:p>
          <a:p>
            <a:pPr marL="0" indent="0">
              <a:buNone/>
            </a:pPr>
            <a:r>
              <a:rPr lang="en-US" altLang="en-US"/>
              <a:t>Model fit: R² = 0.634</a:t>
            </a:r>
            <a:endParaRPr lang="en-US" altLang="en-US"/>
          </a:p>
        </p:txBody>
      </p:sp>
    </p:spTree>
    <p:custDataLst>
      <p:tags r:id="rId3"/>
    </p:custData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p:cNvSpPr>
            <a:spLocks noGrp="1"/>
          </p:cNvSpPr>
          <p:nvPr>
            <p:ph type="title"/>
            <p:custDataLst>
              <p:tags r:id="rId1"/>
            </p:custDataLst>
          </p:nvPr>
        </p:nvSpPr>
        <p:spPr/>
        <p:txBody>
          <a:bodyPr/>
          <a:lstStyle/>
          <a:p>
            <a:r>
              <a:rPr lang="en-US" altLang="en-US"/>
              <a:t>Lasso</a:t>
            </a:r>
            <a:endParaRPr lang="en-US" altLang="en-US"/>
          </a:p>
        </p:txBody>
      </p:sp>
      <p:pic>
        <p:nvPicPr>
          <p:cNvPr id="4" name="Content Placeholder 3"/>
          <p:cNvPicPr>
            <a:picLocks noChangeAspect="1"/>
          </p:cNvPicPr>
          <p:nvPr>
            <p:ph idx="1"/>
            <p:custDataLst>
              <p:tags r:id="rId2"/>
            </p:custDataLst>
          </p:nvPr>
        </p:nvPicPr>
        <p:blipFill>
          <a:blip r:embed="rId3"/>
          <a:stretch>
            <a:fillRect/>
          </a:stretch>
        </p:blipFill>
        <p:spPr>
          <a:xfrm>
            <a:off x="4773930" y="0"/>
            <a:ext cx="7418070" cy="3764280"/>
          </a:xfrm>
          <a:prstGeom prst="rect">
            <a:avLst/>
          </a:prstGeom>
        </p:spPr>
      </p:pic>
      <p:sp>
        <p:nvSpPr>
          <p:cNvPr id="5" name="Text Box 4"/>
          <p:cNvSpPr txBox="1"/>
          <p:nvPr/>
        </p:nvSpPr>
        <p:spPr>
          <a:xfrm>
            <a:off x="242570" y="1492250"/>
            <a:ext cx="4378960" cy="4246245"/>
          </a:xfrm>
          <a:prstGeom prst="rect">
            <a:avLst/>
          </a:prstGeom>
          <a:noFill/>
        </p:spPr>
        <p:txBody>
          <a:bodyPr wrap="square" rtlCol="0">
            <a:spAutoFit/>
          </a:bodyPr>
          <a:p>
            <a:pPr algn="l"/>
            <a:r>
              <a:rPr lang="en-US" altLang="en-US" b="1" dirty="0"/>
              <a:t>Positive predictors retained:</a:t>
            </a:r>
            <a:r>
              <a:rPr lang="en-US" altLang="en-US" dirty="0"/>
              <a:t> anxiety symptoms, major life event, depressive symptoms, student status, and adverse childhood experiences.</a:t>
            </a:r>
            <a:endParaRPr lang="en-US" altLang="en-US" dirty="0"/>
          </a:p>
          <a:p>
            <a:pPr algn="l"/>
            <a:endParaRPr lang="en-US" altLang="en-US" b="1" dirty="0"/>
          </a:p>
          <a:p>
            <a:pPr algn="l"/>
            <a:r>
              <a:rPr lang="en-US" altLang="en-US" b="1" dirty="0"/>
              <a:t>Negative predictors retained: </a:t>
            </a:r>
            <a:r>
              <a:rPr lang="en-US" altLang="en-US" dirty="0"/>
              <a:t>chronotype, self-efficacy, income, family support, and self-rated health.</a:t>
            </a:r>
            <a:endParaRPr lang="en-US" altLang="en-US" dirty="0"/>
          </a:p>
          <a:p>
            <a:pPr algn="l"/>
            <a:endParaRPr lang="en-US" altLang="en-US" dirty="0"/>
          </a:p>
          <a:p>
            <a:pPr algn="l"/>
            <a:r>
              <a:rPr lang="en-US" altLang="en-US" b="1" dirty="0"/>
              <a:t>Main takeaway: </a:t>
            </a:r>
            <a:r>
              <a:rPr lang="en-US" altLang="en-US" dirty="0"/>
              <a:t>Anxiety symptoms remain the strongest positive predictor. Even in a more parsimonious model, psychological distress and psychosocial resources still stand out.</a:t>
            </a:r>
            <a:endParaRPr lang="en-US" altLang="en-US" dirty="0"/>
          </a:p>
        </p:txBody>
      </p:sp>
    </p:spTree>
    <p:custDataLst>
      <p:tags r:id="rId4"/>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p:cNvSpPr>
            <a:spLocks noGrp="1"/>
          </p:cNvSpPr>
          <p:nvPr>
            <p:ph type="title"/>
            <p:custDataLst>
              <p:tags r:id="rId1"/>
            </p:custDataLst>
          </p:nvPr>
        </p:nvSpPr>
        <p:spPr/>
        <p:txBody>
          <a:bodyPr/>
          <a:lstStyle/>
          <a:p>
            <a:r>
              <a:rPr lang="en-US" altLang="en-US"/>
              <a:t>Random Forest performance</a:t>
            </a:r>
            <a:endParaRPr lang="en-US" altLang="en-US"/>
          </a:p>
        </p:txBody>
      </p:sp>
      <p:graphicFrame>
        <p:nvGraphicFramePr>
          <p:cNvPr id="4" name="Table 3"/>
          <p:cNvGraphicFramePr/>
          <p:nvPr>
            <p:custDataLst>
              <p:tags r:id="rId2"/>
            </p:custDataLst>
          </p:nvPr>
        </p:nvGraphicFramePr>
        <p:xfrm>
          <a:off x="620395" y="2082165"/>
          <a:ext cx="10642600" cy="1346835"/>
        </p:xfrm>
        <a:graphic>
          <a:graphicData uri="http://schemas.openxmlformats.org/drawingml/2006/table">
            <a:tbl>
              <a:tblPr/>
              <a:tblGrid>
                <a:gridCol w="2660650"/>
                <a:gridCol w="2660650"/>
                <a:gridCol w="2660650"/>
                <a:gridCol w="2660650"/>
              </a:tblGrid>
              <a:tr h="448945">
                <a:tc>
                  <a:txBody>
                    <a:bodyPr/>
                    <a:p>
                      <a:r>
                        <a:rPr lang="en-US" altLang="zh-CN" sz="1100"/>
                        <a:t>Model</a:t>
                      </a:r>
                      <a:endParaRPr lang="en-US" altLang="zh-CN" sz="1100"/>
                    </a:p>
                  </a:txBody>
                  <a:tcPr marL="0" marR="0" marT="0" marB="0" anchor="ctr" anchorCtr="0">
                    <a:lnL>
                      <a:noFill/>
                    </a:lnL>
                    <a:lnR>
                      <a:noFill/>
                    </a:lnR>
                    <a:lnT>
                      <a:noFill/>
                    </a:lnT>
                    <a:lnB>
                      <a:noFill/>
                    </a:lnB>
                    <a:noFill/>
                  </a:tcPr>
                </a:tc>
                <a:tc>
                  <a:txBody>
                    <a:bodyPr/>
                    <a:p>
                      <a:r>
                        <a:rPr lang="en-US" altLang="zh-CN" sz="1100"/>
                        <a:t>RMSE</a:t>
                      </a:r>
                      <a:endParaRPr lang="en-US" altLang="zh-CN" sz="1100"/>
                    </a:p>
                  </a:txBody>
                  <a:tcPr marL="0" marR="0" marT="0" marB="0" anchor="ctr" anchorCtr="0">
                    <a:lnL>
                      <a:noFill/>
                    </a:lnL>
                    <a:lnR>
                      <a:noFill/>
                    </a:lnR>
                    <a:lnT>
                      <a:noFill/>
                    </a:lnT>
                    <a:lnB>
                      <a:noFill/>
                    </a:lnB>
                    <a:noFill/>
                  </a:tcPr>
                </a:tc>
                <a:tc>
                  <a:txBody>
                    <a:bodyPr/>
                    <a:p>
                      <a:r>
                        <a:rPr lang="en-US" altLang="zh-CN" sz="1100"/>
                        <a:t>R²</a:t>
                      </a:r>
                      <a:endParaRPr lang="en-US" altLang="zh-CN" sz="1100"/>
                    </a:p>
                  </a:txBody>
                  <a:tcPr marL="0" marR="0" marT="0" marB="0" anchor="ctr" anchorCtr="0">
                    <a:lnL>
                      <a:noFill/>
                    </a:lnL>
                    <a:lnR>
                      <a:noFill/>
                    </a:lnR>
                    <a:lnT>
                      <a:noFill/>
                    </a:lnT>
                    <a:lnB>
                      <a:noFill/>
                    </a:lnB>
                    <a:noFill/>
                  </a:tcPr>
                </a:tc>
                <a:tc>
                  <a:txBody>
                    <a:bodyPr/>
                    <a:p>
                      <a:r>
                        <a:rPr lang="en-US" altLang="zh-CN" sz="1100"/>
                        <a:t>MAE</a:t>
                      </a:r>
                      <a:endParaRPr lang="en-US" altLang="zh-CN" sz="1100"/>
                    </a:p>
                  </a:txBody>
                  <a:tcPr marL="0" marR="0" marT="0" marB="0" anchor="ctr" anchorCtr="0">
                    <a:lnL>
                      <a:noFill/>
                    </a:lnL>
                    <a:lnR>
                      <a:noFill/>
                    </a:lnR>
                    <a:lnT>
                      <a:noFill/>
                    </a:lnT>
                    <a:lnB>
                      <a:noFill/>
                    </a:lnB>
                    <a:noFill/>
                  </a:tcPr>
                </a:tc>
              </a:tr>
              <a:tr h="448945">
                <a:tc>
                  <a:txBody>
                    <a:bodyPr/>
                    <a:p>
                      <a:r>
                        <a:rPr lang="en-US" altLang="zh-CN" sz="1100"/>
                        <a:t>Full </a:t>
                      </a:r>
                      <a:r>
                        <a:rPr lang="en-US" altLang="zh-CN" sz="1100"/>
                        <a:t>Random </a:t>
                      </a:r>
                      <a:r>
                        <a:rPr lang="en-US" altLang="zh-CN" sz="1100"/>
                        <a:t>Forest</a:t>
                      </a:r>
                      <a:endParaRPr lang="en-US" altLang="zh-CN" sz="1100"/>
                    </a:p>
                  </a:txBody>
                  <a:tcPr marL="0" marR="0" marT="0" marB="0" anchor="ctr" anchorCtr="0">
                    <a:lnL>
                      <a:noFill/>
                    </a:lnL>
                    <a:lnR>
                      <a:noFill/>
                    </a:lnR>
                    <a:lnT>
                      <a:noFill/>
                    </a:lnT>
                    <a:lnB>
                      <a:noFill/>
                    </a:lnB>
                    <a:noFill/>
                  </a:tcPr>
                </a:tc>
                <a:tc>
                  <a:txBody>
                    <a:bodyPr/>
                    <a:p>
                      <a:r>
                        <a:rPr lang="en-US" altLang="zh-CN" sz="1100"/>
                        <a:t>2.180</a:t>
                      </a:r>
                      <a:endParaRPr lang="en-US" altLang="zh-CN" sz="1100"/>
                    </a:p>
                  </a:txBody>
                  <a:tcPr marL="0" marR="0" marT="0" marB="0" anchor="ctr" anchorCtr="0">
                    <a:lnL>
                      <a:noFill/>
                    </a:lnL>
                    <a:lnR>
                      <a:noFill/>
                    </a:lnR>
                    <a:lnT>
                      <a:noFill/>
                    </a:lnT>
                    <a:lnB>
                      <a:noFill/>
                    </a:lnB>
                    <a:noFill/>
                  </a:tcPr>
                </a:tc>
                <a:tc>
                  <a:txBody>
                    <a:bodyPr/>
                    <a:p>
                      <a:r>
                        <a:rPr lang="en-US" altLang="zh-CN" sz="1100"/>
                        <a:t>0.651</a:t>
                      </a:r>
                      <a:endParaRPr lang="en-US" altLang="zh-CN" sz="1100"/>
                    </a:p>
                  </a:txBody>
                  <a:tcPr marL="0" marR="0" marT="0" marB="0" anchor="ctr" anchorCtr="0">
                    <a:lnL>
                      <a:noFill/>
                    </a:lnL>
                    <a:lnR>
                      <a:noFill/>
                    </a:lnR>
                    <a:lnT>
                      <a:noFill/>
                    </a:lnT>
                    <a:lnB>
                      <a:noFill/>
                    </a:lnB>
                    <a:noFill/>
                  </a:tcPr>
                </a:tc>
                <a:tc>
                  <a:txBody>
                    <a:bodyPr/>
                    <a:p>
                      <a:r>
                        <a:rPr lang="en-US" altLang="zh-CN" sz="1100"/>
                        <a:t>1.640</a:t>
                      </a:r>
                      <a:endParaRPr lang="en-US" altLang="zh-CN" sz="1100"/>
                    </a:p>
                  </a:txBody>
                  <a:tcPr marL="0" marR="0" marT="0" marB="0" anchor="ctr" anchorCtr="0">
                    <a:lnL>
                      <a:noFill/>
                    </a:lnL>
                    <a:lnR>
                      <a:noFill/>
                    </a:lnR>
                    <a:lnT>
                      <a:noFill/>
                    </a:lnT>
                    <a:lnB>
                      <a:noFill/>
                    </a:lnB>
                    <a:noFill/>
                  </a:tcPr>
                </a:tc>
              </a:tr>
              <a:tr h="448945">
                <a:tc>
                  <a:txBody>
                    <a:bodyPr/>
                    <a:p>
                      <a:r>
                        <a:rPr lang="en-US" altLang="zh-CN" sz="1100"/>
                        <a:t>LASSO-</a:t>
                      </a:r>
                      <a:r>
                        <a:rPr lang="en-US" altLang="zh-CN" sz="1100"/>
                        <a:t>based </a:t>
                      </a:r>
                      <a:r>
                        <a:rPr lang="en-US" altLang="zh-CN" sz="1100"/>
                        <a:t>Random </a:t>
                      </a:r>
                      <a:r>
                        <a:rPr lang="en-US" altLang="zh-CN" sz="1100"/>
                        <a:t>Forest</a:t>
                      </a:r>
                      <a:endParaRPr lang="en-US" altLang="zh-CN" sz="1100"/>
                    </a:p>
                  </a:txBody>
                  <a:tcPr marL="0" marR="0" marT="0" marB="0" anchor="ctr" anchorCtr="0">
                    <a:lnL>
                      <a:noFill/>
                    </a:lnL>
                    <a:lnR>
                      <a:noFill/>
                    </a:lnR>
                    <a:lnT>
                      <a:noFill/>
                    </a:lnT>
                    <a:lnB>
                      <a:noFill/>
                    </a:lnB>
                    <a:noFill/>
                  </a:tcPr>
                </a:tc>
                <a:tc>
                  <a:txBody>
                    <a:bodyPr/>
                    <a:p>
                      <a:r>
                        <a:rPr lang="en-US" altLang="zh-CN" sz="1100"/>
                        <a:t>2.172</a:t>
                      </a:r>
                      <a:endParaRPr lang="en-US" altLang="zh-CN" sz="1100"/>
                    </a:p>
                  </a:txBody>
                  <a:tcPr marL="0" marR="0" marT="0" marB="0" anchor="ctr" anchorCtr="0">
                    <a:lnL>
                      <a:noFill/>
                    </a:lnL>
                    <a:lnR>
                      <a:noFill/>
                    </a:lnR>
                    <a:lnT>
                      <a:noFill/>
                    </a:lnT>
                    <a:lnB>
                      <a:noFill/>
                    </a:lnB>
                    <a:noFill/>
                  </a:tcPr>
                </a:tc>
                <a:tc>
                  <a:txBody>
                    <a:bodyPr/>
                    <a:p>
                      <a:r>
                        <a:rPr lang="en-US" altLang="zh-CN" sz="1100"/>
                        <a:t>0.654</a:t>
                      </a:r>
                      <a:endParaRPr lang="en-US" altLang="zh-CN" sz="1100"/>
                    </a:p>
                  </a:txBody>
                  <a:tcPr marL="0" marR="0" marT="0" marB="0" anchor="ctr" anchorCtr="0">
                    <a:lnL>
                      <a:noFill/>
                    </a:lnL>
                    <a:lnR>
                      <a:noFill/>
                    </a:lnR>
                    <a:lnT>
                      <a:noFill/>
                    </a:lnT>
                    <a:lnB>
                      <a:noFill/>
                    </a:lnB>
                    <a:noFill/>
                  </a:tcPr>
                </a:tc>
                <a:tc>
                  <a:txBody>
                    <a:bodyPr/>
                    <a:p>
                      <a:r>
                        <a:rPr lang="en-US" altLang="zh-CN" sz="1100"/>
                        <a:t>1.653</a:t>
                      </a:r>
                      <a:endParaRPr lang="en-US" altLang="zh-CN" sz="1100"/>
                    </a:p>
                  </a:txBody>
                  <a:tcPr marL="0" marR="0" marT="0" marB="0" anchor="ctr" anchorCtr="0">
                    <a:lnL>
                      <a:noFill/>
                    </a:lnL>
                    <a:lnR>
                      <a:noFill/>
                    </a:lnR>
                    <a:lnT>
                      <a:noFill/>
                    </a:lnT>
                    <a:lnB>
                      <a:noFill/>
                    </a:lnB>
                    <a:noFill/>
                  </a:tcPr>
                </a:tc>
              </a:tr>
            </a:tbl>
          </a:graphicData>
        </a:graphic>
      </p:graphicFrame>
    </p:spTree>
    <p:custDataLst>
      <p:tags r:id="rId3"/>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p:cNvSpPr>
            <a:spLocks noGrp="1"/>
          </p:cNvSpPr>
          <p:nvPr>
            <p:ph type="title"/>
            <p:custDataLst>
              <p:tags r:id="rId1"/>
            </p:custDataLst>
          </p:nvPr>
        </p:nvSpPr>
        <p:spPr/>
        <p:txBody>
          <a:bodyPr/>
          <a:lstStyle/>
          <a:p>
            <a:r>
              <a:rPr lang="en-US" altLang="en-US"/>
              <a:t>Random Forest performance</a:t>
            </a:r>
            <a:endParaRPr lang="en-US" altLang="en-US"/>
          </a:p>
        </p:txBody>
      </p:sp>
      <p:pic>
        <p:nvPicPr>
          <p:cNvPr id="5" name="Picture 4"/>
          <p:cNvPicPr>
            <a:picLocks noChangeAspect="1"/>
          </p:cNvPicPr>
          <p:nvPr/>
        </p:nvPicPr>
        <p:blipFill>
          <a:blip r:embed="rId2"/>
          <a:stretch>
            <a:fillRect/>
          </a:stretch>
        </p:blipFill>
        <p:spPr>
          <a:xfrm>
            <a:off x="4434840" y="1270635"/>
            <a:ext cx="8589010" cy="4331335"/>
          </a:xfrm>
          <a:prstGeom prst="rect">
            <a:avLst/>
          </a:prstGeom>
        </p:spPr>
      </p:pic>
      <p:sp>
        <p:nvSpPr>
          <p:cNvPr id="3" name="Text Box 2"/>
          <p:cNvSpPr txBox="1"/>
          <p:nvPr/>
        </p:nvSpPr>
        <p:spPr>
          <a:xfrm>
            <a:off x="0" y="1325245"/>
            <a:ext cx="4662805" cy="4276725"/>
          </a:xfrm>
          <a:prstGeom prst="rect">
            <a:avLst/>
          </a:prstGeom>
        </p:spPr>
        <p:txBody>
          <a:bodyPr wrap="square">
            <a:spAutoFit/>
          </a:bodyPr>
          <a:p>
            <a:r>
              <a:rPr lang="en-US" altLang="zh-CN" sz="1600" b="1"/>
              <a:t>Top predictors in the full Random Forest model: </a:t>
            </a:r>
            <a:endParaRPr lang="en-US" altLang="zh-CN" sz="1600" b="1"/>
          </a:p>
          <a:p>
            <a:r>
              <a:rPr lang="en-US" altLang="zh-CN" sz="1600"/>
              <a:t>anxiety symptoms, depressive symptoms, self-efficacy, social support, chronotype, family support, major life event, self-rated health, age, and resilience.</a:t>
            </a:r>
            <a:endParaRPr lang="en-US" altLang="zh-CN" sz="1600"/>
          </a:p>
          <a:p>
            <a:endParaRPr lang="en-US" altLang="zh-CN" sz="1600"/>
          </a:p>
          <a:p>
            <a:r>
              <a:rPr lang="en-US" altLang="zh-CN" sz="1600" b="1"/>
              <a:t>Main takeaway:</a:t>
            </a:r>
            <a:endParaRPr lang="en-US" altLang="zh-CN" sz="1600" b="1"/>
          </a:p>
          <a:p>
            <a:r>
              <a:rPr lang="en-US" altLang="zh-CN" sz="1600"/>
              <a:t>Anxiety symptoms are the most important predictor by a large margin. Depressive symptoms are the second most important predictor.</a:t>
            </a:r>
            <a:endParaRPr lang="en-US" altLang="zh-CN" sz="1600"/>
          </a:p>
          <a:p>
            <a:endParaRPr lang="en-US" altLang="zh-CN" sz="1600"/>
          </a:p>
          <a:p>
            <a:r>
              <a:rPr lang="en-US" altLang="zh-CN" sz="1600" b="1"/>
              <a:t>Interpretation:</a:t>
            </a:r>
            <a:endParaRPr lang="en-US" altLang="zh-CN" sz="1600" b="1"/>
          </a:p>
          <a:p>
            <a:r>
              <a:rPr lang="en-US" altLang="zh-CN" sz="1600"/>
              <a:t>Psychosocial resources also remain highly important. SHAP results support the broader pattern found in OLS and LASSO.</a:t>
            </a:r>
            <a:endParaRPr lang="en-US" altLang="zh-CN" sz="1600"/>
          </a:p>
        </p:txBody>
      </p:sp>
    </p:spTree>
    <p:custDataLst>
      <p:tags r:id="rId3"/>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p:cNvSpPr>
            <a:spLocks noGrp="1"/>
          </p:cNvSpPr>
          <p:nvPr>
            <p:ph type="title"/>
            <p:custDataLst>
              <p:tags r:id="rId1"/>
            </p:custDataLst>
          </p:nvPr>
        </p:nvSpPr>
        <p:spPr/>
        <p:txBody>
          <a:bodyPr/>
          <a:lstStyle/>
          <a:p>
            <a:r>
              <a:rPr lang="en-US" altLang="en-US"/>
              <a:t>model comparison</a:t>
            </a:r>
            <a:endParaRPr lang="en-US" altLang="en-US"/>
          </a:p>
        </p:txBody>
      </p:sp>
      <p:graphicFrame>
        <p:nvGraphicFramePr>
          <p:cNvPr id="4" name="Table 3"/>
          <p:cNvGraphicFramePr/>
          <p:nvPr>
            <p:custDataLst>
              <p:tags r:id="rId2"/>
            </p:custDataLst>
          </p:nvPr>
        </p:nvGraphicFramePr>
        <p:xfrm>
          <a:off x="335280" y="1303655"/>
          <a:ext cx="10701020" cy="4603750"/>
        </p:xfrm>
        <a:graphic>
          <a:graphicData uri="http://schemas.openxmlformats.org/drawingml/2006/table">
            <a:tbl>
              <a:tblPr/>
              <a:tblGrid>
                <a:gridCol w="2675255"/>
                <a:gridCol w="1931035"/>
                <a:gridCol w="3419475"/>
                <a:gridCol w="2675255"/>
              </a:tblGrid>
              <a:tr h="191770">
                <a:tc>
                  <a:txBody>
                    <a:bodyPr/>
                    <a:p>
                      <a:r>
                        <a:rPr lang="en-US" altLang="zh-CN" sz="1100"/>
                        <a:t>Model</a:t>
                      </a:r>
                      <a:endParaRPr lang="en-US" altLang="zh-CN" sz="1100"/>
                    </a:p>
                  </a:txBody>
                  <a:tcPr marL="0" marR="0" marT="0" marB="0" anchor="ctr" anchorCtr="0">
                    <a:lnL>
                      <a:noFill/>
                    </a:lnL>
                    <a:lnR>
                      <a:noFill/>
                    </a:lnR>
                    <a:lnT>
                      <a:noFill/>
                    </a:lnT>
                    <a:lnB>
                      <a:noFill/>
                    </a:lnB>
                    <a:noFill/>
                  </a:tcPr>
                </a:tc>
                <a:tc>
                  <a:txBody>
                    <a:bodyPr/>
                    <a:p>
                      <a:r>
                        <a:rPr lang="en-US" altLang="zh-CN" sz="1100"/>
                        <a:t>Main </a:t>
                      </a:r>
                      <a:r>
                        <a:rPr lang="en-US" altLang="zh-CN" sz="1100"/>
                        <a:t>purpose</a:t>
                      </a:r>
                      <a:endParaRPr lang="en-US" altLang="zh-CN" sz="1100"/>
                    </a:p>
                  </a:txBody>
                  <a:tcPr marL="0" marR="0" marT="0" marB="0" anchor="ctr" anchorCtr="0">
                    <a:lnL>
                      <a:noFill/>
                    </a:lnL>
                    <a:lnR>
                      <a:noFill/>
                    </a:lnR>
                    <a:lnT>
                      <a:noFill/>
                    </a:lnT>
                    <a:lnB>
                      <a:noFill/>
                    </a:lnB>
                    <a:noFill/>
                  </a:tcPr>
                </a:tc>
                <a:tc>
                  <a:txBody>
                    <a:bodyPr/>
                    <a:p>
                      <a:r>
                        <a:rPr lang="en-US" altLang="zh-CN" sz="1100"/>
                        <a:t>Main </a:t>
                      </a:r>
                      <a:r>
                        <a:rPr lang="en-US" altLang="zh-CN" sz="1100"/>
                        <a:t>result</a:t>
                      </a:r>
                      <a:endParaRPr lang="en-US" altLang="zh-CN" sz="1100"/>
                    </a:p>
                  </a:txBody>
                  <a:tcPr marL="0" marR="0" marT="0" marB="0" anchor="ctr" anchorCtr="0">
                    <a:lnL>
                      <a:noFill/>
                    </a:lnL>
                    <a:lnR>
                      <a:noFill/>
                    </a:lnR>
                    <a:lnT>
                      <a:noFill/>
                    </a:lnT>
                    <a:lnB>
                      <a:noFill/>
                    </a:lnB>
                    <a:noFill/>
                  </a:tcPr>
                </a:tc>
                <a:tc>
                  <a:txBody>
                    <a:bodyPr/>
                    <a:p>
                      <a:r>
                        <a:rPr lang="en-US" altLang="zh-CN" sz="1100"/>
                        <a:t>Performance / </a:t>
                      </a:r>
                      <a:r>
                        <a:rPr lang="en-US" altLang="zh-CN" sz="1100"/>
                        <a:t>key </a:t>
                      </a:r>
                      <a:r>
                        <a:rPr lang="en-US" altLang="zh-CN" sz="1100"/>
                        <a:t>output</a:t>
                      </a:r>
                      <a:endParaRPr lang="en-US" altLang="zh-CN" sz="1100"/>
                    </a:p>
                  </a:txBody>
                  <a:tcPr marL="0" marR="0" marT="0" marB="0" anchor="ctr" anchorCtr="0">
                    <a:lnL>
                      <a:noFill/>
                    </a:lnL>
                    <a:lnR>
                      <a:noFill/>
                    </a:lnR>
                    <a:lnT>
                      <a:noFill/>
                    </a:lnT>
                    <a:lnB>
                      <a:noFill/>
                    </a:lnB>
                    <a:noFill/>
                  </a:tcPr>
                </a:tc>
              </a:tr>
              <a:tr h="1343025">
                <a:tc>
                  <a:txBody>
                    <a:bodyPr/>
                    <a:p>
                      <a:r>
                        <a:rPr lang="en-US" altLang="zh-CN" sz="1100"/>
                        <a:t>OLS</a:t>
                      </a:r>
                      <a:endParaRPr lang="en-US" altLang="zh-CN" sz="1100"/>
                    </a:p>
                  </a:txBody>
                  <a:tcPr marL="0" marR="0" marT="0" marB="0" anchor="ctr" anchorCtr="0">
                    <a:lnL>
                      <a:noFill/>
                    </a:lnL>
                    <a:lnR>
                      <a:noFill/>
                    </a:lnR>
                    <a:lnT>
                      <a:noFill/>
                    </a:lnT>
                    <a:lnB>
                      <a:noFill/>
                    </a:lnB>
                    <a:noFill/>
                  </a:tcPr>
                </a:tc>
                <a:tc>
                  <a:txBody>
                    <a:bodyPr/>
                    <a:p>
                      <a:r>
                        <a:rPr lang="en-US" altLang="zh-CN" sz="1100"/>
                        <a:t>Interpretation</a:t>
                      </a:r>
                      <a:endParaRPr lang="en-US" altLang="zh-CN" sz="1100"/>
                    </a:p>
                  </a:txBody>
                  <a:tcPr marL="0" marR="0" marT="0" marB="0" anchor="ctr" anchorCtr="0">
                    <a:lnL>
                      <a:noFill/>
                    </a:lnL>
                    <a:lnR>
                      <a:noFill/>
                    </a:lnR>
                    <a:lnT>
                      <a:noFill/>
                    </a:lnT>
                    <a:lnB>
                      <a:noFill/>
                    </a:lnB>
                    <a:noFill/>
                  </a:tcPr>
                </a:tc>
                <a:tc>
                  <a:txBody>
                    <a:bodyPr/>
                    <a:p>
                      <a:r>
                        <a:rPr lang="en-US" altLang="zh-CN" sz="1100"/>
                        <a:t>Anxiety </a:t>
                      </a:r>
                      <a:r>
                        <a:rPr lang="en-US" altLang="zh-CN" sz="1100"/>
                        <a:t>symptoms </a:t>
                      </a:r>
                      <a:r>
                        <a:rPr lang="en-US" altLang="zh-CN" sz="1100"/>
                        <a:t>and </a:t>
                      </a:r>
                      <a:r>
                        <a:rPr lang="en-US" altLang="zh-CN" sz="1100"/>
                        <a:t>depressive </a:t>
                      </a:r>
                      <a:r>
                        <a:rPr lang="en-US" altLang="zh-CN" sz="1100"/>
                        <a:t>symptoms </a:t>
                      </a:r>
                      <a:r>
                        <a:rPr lang="en-US" altLang="zh-CN" sz="1100"/>
                        <a:t>show </a:t>
                      </a:r>
                      <a:r>
                        <a:rPr lang="en-US" altLang="zh-CN" sz="1100"/>
                        <a:t>the </a:t>
                      </a:r>
                      <a:r>
                        <a:rPr lang="en-US" altLang="zh-CN" sz="1100"/>
                        <a:t>strongest </a:t>
                      </a:r>
                      <a:r>
                        <a:rPr lang="en-US" altLang="zh-CN" sz="1100"/>
                        <a:t>positive </a:t>
                      </a:r>
                      <a:r>
                        <a:rPr lang="en-US" altLang="zh-CN" sz="1100"/>
                        <a:t>associations </a:t>
                      </a:r>
                      <a:r>
                        <a:rPr lang="en-US" altLang="zh-CN" sz="1100"/>
                        <a:t>with </a:t>
                      </a:r>
                      <a:r>
                        <a:rPr lang="en-US" altLang="zh-CN" sz="1100"/>
                        <a:t>perceived </a:t>
                      </a:r>
                      <a:r>
                        <a:rPr lang="en-US" altLang="zh-CN" sz="1100"/>
                        <a:t>stress. </a:t>
                      </a:r>
                      <a:r>
                        <a:rPr lang="en-US" altLang="zh-CN" sz="1100"/>
                        <a:t>Education, </a:t>
                      </a:r>
                      <a:r>
                        <a:rPr lang="en-US" altLang="zh-CN" sz="1100"/>
                        <a:t>income, </a:t>
                      </a:r>
                      <a:r>
                        <a:rPr lang="en-US" altLang="zh-CN" sz="1100"/>
                        <a:t>self-</a:t>
                      </a:r>
                      <a:r>
                        <a:rPr lang="en-US" altLang="zh-CN" sz="1100"/>
                        <a:t>rated </a:t>
                      </a:r>
                      <a:r>
                        <a:rPr lang="en-US" altLang="zh-CN" sz="1100"/>
                        <a:t>health, </a:t>
                      </a:r>
                      <a:r>
                        <a:rPr lang="en-US" altLang="zh-CN" sz="1100"/>
                        <a:t>chronotype, </a:t>
                      </a:r>
                      <a:r>
                        <a:rPr lang="en-US" altLang="zh-CN" sz="1100"/>
                        <a:t>self-</a:t>
                      </a:r>
                      <a:r>
                        <a:rPr lang="en-US" altLang="zh-CN" sz="1100"/>
                        <a:t>efficacy, </a:t>
                      </a:r>
                      <a:r>
                        <a:rPr lang="en-US" altLang="zh-CN" sz="1100"/>
                        <a:t>and </a:t>
                      </a:r>
                      <a:r>
                        <a:rPr lang="en-US" altLang="zh-CN" sz="1100"/>
                        <a:t>family </a:t>
                      </a:r>
                      <a:r>
                        <a:rPr lang="en-US" altLang="zh-CN" sz="1100"/>
                        <a:t>support </a:t>
                      </a:r>
                      <a:r>
                        <a:rPr lang="en-US" altLang="zh-CN" sz="1100"/>
                        <a:t>are </a:t>
                      </a:r>
                      <a:r>
                        <a:rPr lang="en-US" altLang="zh-CN" sz="1100"/>
                        <a:t>negatively </a:t>
                      </a:r>
                      <a:r>
                        <a:rPr lang="en-US" altLang="zh-CN" sz="1100"/>
                        <a:t>associated </a:t>
                      </a:r>
                      <a:r>
                        <a:rPr lang="en-US" altLang="zh-CN" sz="1100"/>
                        <a:t>with </a:t>
                      </a:r>
                      <a:r>
                        <a:rPr lang="en-US" altLang="zh-CN" sz="1100"/>
                        <a:t>perceived </a:t>
                      </a:r>
                      <a:r>
                        <a:rPr lang="en-US" altLang="zh-CN" sz="1100"/>
                        <a:t>stress.</a:t>
                      </a:r>
                      <a:endParaRPr lang="en-US" altLang="zh-CN" sz="1100"/>
                    </a:p>
                  </a:txBody>
                  <a:tcPr marL="0" marR="0" marT="0" marB="0" anchor="ctr" anchorCtr="0">
                    <a:lnL>
                      <a:noFill/>
                    </a:lnL>
                    <a:lnR>
                      <a:noFill/>
                    </a:lnR>
                    <a:lnT>
                      <a:noFill/>
                    </a:lnT>
                    <a:lnB>
                      <a:noFill/>
                    </a:lnB>
                    <a:noFill/>
                  </a:tcPr>
                </a:tc>
                <a:tc>
                  <a:txBody>
                    <a:bodyPr/>
                    <a:p>
                      <a:r>
                        <a:rPr lang="en-US" altLang="zh-CN" sz="1100"/>
                        <a:t>R² = </a:t>
                      </a:r>
                      <a:r>
                        <a:rPr lang="en-US" altLang="zh-CN" sz="1100"/>
                        <a:t>0.634</a:t>
                      </a:r>
                      <a:endParaRPr lang="en-US" altLang="zh-CN" sz="1100"/>
                    </a:p>
                  </a:txBody>
                  <a:tcPr marL="0" marR="0" marT="0" marB="0" anchor="ctr" anchorCtr="0">
                    <a:lnL>
                      <a:noFill/>
                    </a:lnL>
                    <a:lnR>
                      <a:noFill/>
                    </a:lnR>
                    <a:lnT>
                      <a:noFill/>
                    </a:lnT>
                    <a:lnB>
                      <a:noFill/>
                    </a:lnB>
                    <a:noFill/>
                  </a:tcPr>
                </a:tc>
              </a:tr>
              <a:tr h="1342390">
                <a:tc>
                  <a:txBody>
                    <a:bodyPr/>
                    <a:p>
                      <a:r>
                        <a:rPr lang="en-US" altLang="zh-CN" sz="1100"/>
                        <a:t>LASSO</a:t>
                      </a:r>
                      <a:endParaRPr lang="en-US" altLang="zh-CN" sz="1100"/>
                    </a:p>
                  </a:txBody>
                  <a:tcPr marL="0" marR="0" marT="0" marB="0" anchor="ctr" anchorCtr="0">
                    <a:lnL>
                      <a:noFill/>
                    </a:lnL>
                    <a:lnR>
                      <a:noFill/>
                    </a:lnR>
                    <a:lnT>
                      <a:noFill/>
                    </a:lnT>
                    <a:lnB>
                      <a:noFill/>
                    </a:lnB>
                    <a:noFill/>
                  </a:tcPr>
                </a:tc>
                <a:tc>
                  <a:txBody>
                    <a:bodyPr/>
                    <a:p>
                      <a:r>
                        <a:rPr lang="en-US" altLang="zh-CN" sz="1100"/>
                        <a:t>Variable </a:t>
                      </a:r>
                      <a:r>
                        <a:rPr lang="en-US" altLang="zh-CN" sz="1100"/>
                        <a:t>selection</a:t>
                      </a:r>
                      <a:endParaRPr lang="en-US" altLang="zh-CN" sz="1100"/>
                    </a:p>
                  </a:txBody>
                  <a:tcPr marL="0" marR="0" marT="0" marB="0" anchor="ctr" anchorCtr="0">
                    <a:lnL>
                      <a:noFill/>
                    </a:lnL>
                    <a:lnR>
                      <a:noFill/>
                    </a:lnR>
                    <a:lnT>
                      <a:noFill/>
                    </a:lnT>
                    <a:lnB>
                      <a:noFill/>
                    </a:lnB>
                    <a:noFill/>
                  </a:tcPr>
                </a:tc>
                <a:tc>
                  <a:txBody>
                    <a:bodyPr/>
                    <a:p>
                      <a:r>
                        <a:rPr lang="en-US" altLang="zh-CN" sz="1100"/>
                        <a:t>Positive </a:t>
                      </a:r>
                      <a:r>
                        <a:rPr lang="en-US" altLang="zh-CN" sz="1100"/>
                        <a:t>predictors </a:t>
                      </a:r>
                      <a:r>
                        <a:rPr lang="en-US" altLang="zh-CN" sz="1100"/>
                        <a:t>retained: </a:t>
                      </a:r>
                      <a:r>
                        <a:rPr lang="en-US" altLang="zh-CN" sz="1100"/>
                        <a:t>anxiety </a:t>
                      </a:r>
                      <a:r>
                        <a:rPr lang="en-US" altLang="zh-CN" sz="1100"/>
                        <a:t>symptoms, </a:t>
                      </a:r>
                      <a:r>
                        <a:rPr lang="en-US" altLang="zh-CN" sz="1100"/>
                        <a:t>major </a:t>
                      </a:r>
                      <a:r>
                        <a:rPr lang="en-US" altLang="zh-CN" sz="1100"/>
                        <a:t>life </a:t>
                      </a:r>
                      <a:r>
                        <a:rPr lang="en-US" altLang="zh-CN" sz="1100"/>
                        <a:t>event, </a:t>
                      </a:r>
                      <a:r>
                        <a:rPr lang="en-US" altLang="zh-CN" sz="1100"/>
                        <a:t>depressive </a:t>
                      </a:r>
                      <a:r>
                        <a:rPr lang="en-US" altLang="zh-CN" sz="1100"/>
                        <a:t>symptoms, </a:t>
                      </a:r>
                      <a:r>
                        <a:rPr lang="en-US" altLang="zh-CN" sz="1100"/>
                        <a:t>student </a:t>
                      </a:r>
                      <a:r>
                        <a:rPr lang="en-US" altLang="zh-CN" sz="1100"/>
                        <a:t>status, </a:t>
                      </a:r>
                      <a:r>
                        <a:rPr lang="en-US" altLang="zh-CN" sz="1100"/>
                        <a:t>and </a:t>
                      </a:r>
                      <a:r>
                        <a:rPr lang="en-US" altLang="zh-CN" sz="1100"/>
                        <a:t>adverse </a:t>
                      </a:r>
                      <a:r>
                        <a:rPr lang="en-US" altLang="zh-CN" sz="1100"/>
                        <a:t>childhood </a:t>
                      </a:r>
                      <a:r>
                        <a:rPr lang="en-US" altLang="zh-CN" sz="1100"/>
                        <a:t>experiences. </a:t>
                      </a:r>
                      <a:r>
                        <a:rPr lang="en-US" altLang="zh-CN" sz="1100"/>
                        <a:t>Negative </a:t>
                      </a:r>
                      <a:r>
                        <a:rPr lang="en-US" altLang="zh-CN" sz="1100"/>
                        <a:t>predictors </a:t>
                      </a:r>
                      <a:r>
                        <a:rPr lang="en-US" altLang="zh-CN" sz="1100"/>
                        <a:t>retained: </a:t>
                      </a:r>
                      <a:r>
                        <a:rPr lang="en-US" altLang="zh-CN" sz="1100"/>
                        <a:t>chronotype, </a:t>
                      </a:r>
                      <a:r>
                        <a:rPr lang="en-US" altLang="zh-CN" sz="1100"/>
                        <a:t>self-</a:t>
                      </a:r>
                      <a:r>
                        <a:rPr lang="en-US" altLang="zh-CN" sz="1100"/>
                        <a:t>efficacy, </a:t>
                      </a:r>
                      <a:r>
                        <a:rPr lang="en-US" altLang="zh-CN" sz="1100"/>
                        <a:t>income, </a:t>
                      </a:r>
                      <a:r>
                        <a:rPr lang="en-US" altLang="zh-CN" sz="1100"/>
                        <a:t>family </a:t>
                      </a:r>
                      <a:r>
                        <a:rPr lang="en-US" altLang="zh-CN" sz="1100"/>
                        <a:t>support, </a:t>
                      </a:r>
                      <a:r>
                        <a:rPr lang="en-US" altLang="zh-CN" sz="1100"/>
                        <a:t>and </a:t>
                      </a:r>
                      <a:r>
                        <a:rPr lang="en-US" altLang="zh-CN" sz="1100"/>
                        <a:t>self-</a:t>
                      </a:r>
                      <a:r>
                        <a:rPr lang="en-US" altLang="zh-CN" sz="1100"/>
                        <a:t>rated </a:t>
                      </a:r>
                      <a:r>
                        <a:rPr lang="en-US" altLang="zh-CN" sz="1100"/>
                        <a:t>health.</a:t>
                      </a:r>
                      <a:endParaRPr lang="en-US" altLang="zh-CN" sz="1100"/>
                    </a:p>
                  </a:txBody>
                  <a:tcPr marL="0" marR="0" marT="0" marB="0" anchor="ctr" anchorCtr="0">
                    <a:lnL>
                      <a:noFill/>
                    </a:lnL>
                    <a:lnR>
                      <a:noFill/>
                    </a:lnR>
                    <a:lnT>
                      <a:noFill/>
                    </a:lnT>
                    <a:lnB>
                      <a:noFill/>
                    </a:lnB>
                    <a:noFill/>
                  </a:tcPr>
                </a:tc>
                <a:tc>
                  <a:txBody>
                    <a:bodyPr/>
                    <a:p>
                      <a:r>
                        <a:rPr lang="en-US" altLang="zh-CN" sz="1100"/>
                        <a:t>Most </a:t>
                      </a:r>
                      <a:r>
                        <a:rPr lang="en-US" altLang="zh-CN" sz="1100"/>
                        <a:t>important </a:t>
                      </a:r>
                      <a:r>
                        <a:rPr lang="en-US" altLang="zh-CN" sz="1100"/>
                        <a:t>retained </a:t>
                      </a:r>
                      <a:r>
                        <a:rPr lang="en-US" altLang="zh-CN" sz="1100"/>
                        <a:t>positive </a:t>
                      </a:r>
                      <a:r>
                        <a:rPr lang="en-US" altLang="zh-CN" sz="1100"/>
                        <a:t>predictor: </a:t>
                      </a:r>
                      <a:r>
                        <a:rPr lang="en-US" altLang="zh-CN" sz="1100"/>
                        <a:t>anxiety </a:t>
                      </a:r>
                      <a:r>
                        <a:rPr lang="en-US" altLang="zh-CN" sz="1100"/>
                        <a:t>symptoms</a:t>
                      </a:r>
                      <a:endParaRPr lang="en-US" altLang="zh-CN" sz="1100"/>
                    </a:p>
                  </a:txBody>
                  <a:tcPr marL="0" marR="0" marT="0" marB="0" anchor="ctr" anchorCtr="0">
                    <a:lnL>
                      <a:noFill/>
                    </a:lnL>
                    <a:lnR>
                      <a:noFill/>
                    </a:lnR>
                    <a:lnT>
                      <a:noFill/>
                    </a:lnT>
                    <a:lnB>
                      <a:noFill/>
                    </a:lnB>
                    <a:noFill/>
                  </a:tcPr>
                </a:tc>
              </a:tr>
              <a:tr h="383540">
                <a:tc>
                  <a:txBody>
                    <a:bodyPr/>
                    <a:p>
                      <a:r>
                        <a:rPr lang="en-US" altLang="zh-CN" sz="1100"/>
                        <a:t>Full </a:t>
                      </a:r>
                      <a:r>
                        <a:rPr lang="en-US" altLang="zh-CN" sz="1100"/>
                        <a:t>Random </a:t>
                      </a:r>
                      <a:r>
                        <a:rPr lang="en-US" altLang="zh-CN" sz="1100"/>
                        <a:t>Forest</a:t>
                      </a:r>
                      <a:endParaRPr lang="en-US" altLang="zh-CN" sz="1100"/>
                    </a:p>
                  </a:txBody>
                  <a:tcPr marL="0" marR="0" marT="0" marB="0" anchor="ctr" anchorCtr="0">
                    <a:lnL>
                      <a:noFill/>
                    </a:lnL>
                    <a:lnR>
                      <a:noFill/>
                    </a:lnR>
                    <a:lnT>
                      <a:noFill/>
                    </a:lnT>
                    <a:lnB>
                      <a:noFill/>
                    </a:lnB>
                    <a:noFill/>
                  </a:tcPr>
                </a:tc>
                <a:tc>
                  <a:txBody>
                    <a:bodyPr/>
                    <a:p>
                      <a:r>
                        <a:rPr lang="en-US" altLang="zh-CN" sz="1100"/>
                        <a:t>Prediction</a:t>
                      </a:r>
                      <a:endParaRPr lang="en-US" altLang="zh-CN" sz="1100"/>
                    </a:p>
                  </a:txBody>
                  <a:tcPr marL="0" marR="0" marT="0" marB="0" anchor="ctr" anchorCtr="0">
                    <a:lnL>
                      <a:noFill/>
                    </a:lnL>
                    <a:lnR>
                      <a:noFill/>
                    </a:lnR>
                    <a:lnT>
                      <a:noFill/>
                    </a:lnT>
                    <a:lnB>
                      <a:noFill/>
                    </a:lnB>
                    <a:noFill/>
                  </a:tcPr>
                </a:tc>
                <a:tc>
                  <a:txBody>
                    <a:bodyPr/>
                    <a:p>
                      <a:r>
                        <a:rPr lang="en-US" altLang="zh-CN" sz="1100"/>
                        <a:t>Flexible </a:t>
                      </a:r>
                      <a:r>
                        <a:rPr lang="en-US" altLang="zh-CN" sz="1100"/>
                        <a:t>model </a:t>
                      </a:r>
                      <a:r>
                        <a:rPr lang="en-US" altLang="zh-CN" sz="1100"/>
                        <a:t>using </a:t>
                      </a:r>
                      <a:r>
                        <a:rPr lang="en-US" altLang="zh-CN" sz="1100"/>
                        <a:t>the </a:t>
                      </a:r>
                      <a:r>
                        <a:rPr lang="en-US" altLang="zh-CN" sz="1100"/>
                        <a:t>full </a:t>
                      </a:r>
                      <a:r>
                        <a:rPr lang="en-US" altLang="zh-CN" sz="1100"/>
                        <a:t>set </a:t>
                      </a:r>
                      <a:r>
                        <a:rPr lang="en-US" altLang="zh-CN" sz="1100"/>
                        <a:t>of </a:t>
                      </a:r>
                      <a:r>
                        <a:rPr lang="en-US" altLang="zh-CN" sz="1100"/>
                        <a:t>predictors.</a:t>
                      </a:r>
                      <a:endParaRPr lang="en-US" altLang="zh-CN" sz="1100"/>
                    </a:p>
                  </a:txBody>
                  <a:tcPr marL="0" marR="0" marT="0" marB="0" anchor="ctr" anchorCtr="0">
                    <a:lnL>
                      <a:noFill/>
                    </a:lnL>
                    <a:lnR>
                      <a:noFill/>
                    </a:lnR>
                    <a:lnT>
                      <a:noFill/>
                    </a:lnT>
                    <a:lnB>
                      <a:noFill/>
                    </a:lnB>
                    <a:noFill/>
                  </a:tcPr>
                </a:tc>
                <a:tc>
                  <a:txBody>
                    <a:bodyPr/>
                    <a:p>
                      <a:r>
                        <a:rPr lang="en-US" altLang="zh-CN" sz="1100"/>
                        <a:t>RMSE = </a:t>
                      </a:r>
                      <a:r>
                        <a:rPr lang="en-US" altLang="zh-CN" sz="1100"/>
                        <a:t>2.180, </a:t>
                      </a:r>
                      <a:r>
                        <a:rPr lang="en-US" altLang="zh-CN" sz="1100"/>
                        <a:t>R² = </a:t>
                      </a:r>
                      <a:r>
                        <a:rPr lang="en-US" altLang="zh-CN" sz="1100"/>
                        <a:t>0.651, </a:t>
                      </a:r>
                      <a:r>
                        <a:rPr lang="en-US" altLang="zh-CN" sz="1100"/>
                        <a:t>MAE = </a:t>
                      </a:r>
                      <a:r>
                        <a:rPr lang="en-US" altLang="zh-CN" sz="1100"/>
                        <a:t>1.640</a:t>
                      </a:r>
                      <a:endParaRPr lang="en-US" altLang="zh-CN" sz="1100"/>
                    </a:p>
                  </a:txBody>
                  <a:tcPr marL="0" marR="0" marT="0" marB="0" anchor="ctr" anchorCtr="0">
                    <a:lnL>
                      <a:noFill/>
                    </a:lnL>
                    <a:lnR>
                      <a:noFill/>
                    </a:lnR>
                    <a:lnT>
                      <a:noFill/>
                    </a:lnT>
                    <a:lnB>
                      <a:noFill/>
                    </a:lnB>
                    <a:noFill/>
                  </a:tcPr>
                </a:tc>
              </a:tr>
              <a:tr h="575945">
                <a:tc>
                  <a:txBody>
                    <a:bodyPr/>
                    <a:p>
                      <a:r>
                        <a:rPr lang="en-US" altLang="zh-CN" sz="1100"/>
                        <a:t>LASSO-</a:t>
                      </a:r>
                      <a:r>
                        <a:rPr lang="en-US" altLang="zh-CN" sz="1100"/>
                        <a:t>based </a:t>
                      </a:r>
                      <a:r>
                        <a:rPr lang="en-US" altLang="zh-CN" sz="1100"/>
                        <a:t>Random </a:t>
                      </a:r>
                      <a:r>
                        <a:rPr lang="en-US" altLang="zh-CN" sz="1100"/>
                        <a:t>Forest</a:t>
                      </a:r>
                      <a:endParaRPr lang="en-US" altLang="zh-CN" sz="1100"/>
                    </a:p>
                  </a:txBody>
                  <a:tcPr marL="0" marR="0" marT="0" marB="0" anchor="ctr" anchorCtr="0">
                    <a:lnL>
                      <a:noFill/>
                    </a:lnL>
                    <a:lnR>
                      <a:noFill/>
                    </a:lnR>
                    <a:lnT>
                      <a:noFill/>
                    </a:lnT>
                    <a:lnB>
                      <a:noFill/>
                    </a:lnB>
                    <a:noFill/>
                  </a:tcPr>
                </a:tc>
                <a:tc>
                  <a:txBody>
                    <a:bodyPr/>
                    <a:p>
                      <a:r>
                        <a:rPr lang="en-US" altLang="zh-CN" sz="1100"/>
                        <a:t>Prediction </a:t>
                      </a:r>
                      <a:r>
                        <a:rPr lang="en-US" altLang="zh-CN" sz="1100"/>
                        <a:t>with </a:t>
                      </a:r>
                      <a:r>
                        <a:rPr lang="en-US" altLang="zh-CN" sz="1100"/>
                        <a:t>reduced </a:t>
                      </a:r>
                      <a:r>
                        <a:rPr lang="en-US" altLang="zh-CN" sz="1100"/>
                        <a:t>predictors</a:t>
                      </a:r>
                      <a:endParaRPr lang="en-US" altLang="zh-CN" sz="1100"/>
                    </a:p>
                  </a:txBody>
                  <a:tcPr marL="0" marR="0" marT="0" marB="0" anchor="ctr" anchorCtr="0">
                    <a:lnL>
                      <a:noFill/>
                    </a:lnL>
                    <a:lnR>
                      <a:noFill/>
                    </a:lnR>
                    <a:lnT>
                      <a:noFill/>
                    </a:lnT>
                    <a:lnB>
                      <a:noFill/>
                    </a:lnB>
                    <a:noFill/>
                  </a:tcPr>
                </a:tc>
                <a:tc>
                  <a:txBody>
                    <a:bodyPr/>
                    <a:p>
                      <a:r>
                        <a:rPr lang="en-US" altLang="zh-CN" sz="1100"/>
                        <a:t>Performs </a:t>
                      </a:r>
                      <a:r>
                        <a:rPr lang="en-US" altLang="zh-CN" sz="1100"/>
                        <a:t>very </a:t>
                      </a:r>
                      <a:r>
                        <a:rPr lang="en-US" altLang="zh-CN" sz="1100"/>
                        <a:t>similarly </a:t>
                      </a:r>
                      <a:r>
                        <a:rPr lang="en-US" altLang="zh-CN" sz="1100"/>
                        <a:t>to </a:t>
                      </a:r>
                      <a:r>
                        <a:rPr lang="en-US" altLang="zh-CN" sz="1100"/>
                        <a:t>the </a:t>
                      </a:r>
                      <a:r>
                        <a:rPr lang="en-US" altLang="zh-CN" sz="1100"/>
                        <a:t>full </a:t>
                      </a:r>
                      <a:r>
                        <a:rPr lang="en-US" altLang="zh-CN" sz="1100"/>
                        <a:t>RF, </a:t>
                      </a:r>
                      <a:r>
                        <a:rPr lang="en-US" altLang="zh-CN" sz="1100"/>
                        <a:t>suggesting </a:t>
                      </a:r>
                      <a:r>
                        <a:rPr lang="en-US" altLang="zh-CN" sz="1100"/>
                        <a:t>that </a:t>
                      </a:r>
                      <a:r>
                        <a:rPr lang="en-US" altLang="zh-CN" sz="1100"/>
                        <a:t>the </a:t>
                      </a:r>
                      <a:r>
                        <a:rPr lang="en-US" altLang="zh-CN" sz="1100"/>
                        <a:t>reduced </a:t>
                      </a:r>
                      <a:r>
                        <a:rPr lang="en-US" altLang="zh-CN" sz="1100"/>
                        <a:t>predictor </a:t>
                      </a:r>
                      <a:r>
                        <a:rPr lang="en-US" altLang="zh-CN" sz="1100"/>
                        <a:t>set </a:t>
                      </a:r>
                      <a:r>
                        <a:rPr lang="en-US" altLang="zh-CN" sz="1100"/>
                        <a:t>retains </a:t>
                      </a:r>
                      <a:r>
                        <a:rPr lang="en-US" altLang="zh-CN" sz="1100"/>
                        <a:t>most </a:t>
                      </a:r>
                      <a:r>
                        <a:rPr lang="en-US" altLang="zh-CN" sz="1100"/>
                        <a:t>predictive </a:t>
                      </a:r>
                      <a:r>
                        <a:rPr lang="en-US" altLang="zh-CN" sz="1100"/>
                        <a:t>information.</a:t>
                      </a:r>
                      <a:endParaRPr lang="en-US" altLang="zh-CN" sz="1100"/>
                    </a:p>
                  </a:txBody>
                  <a:tcPr marL="0" marR="0" marT="0" marB="0" anchor="ctr" anchorCtr="0">
                    <a:lnL>
                      <a:noFill/>
                    </a:lnL>
                    <a:lnR>
                      <a:noFill/>
                    </a:lnR>
                    <a:lnT>
                      <a:noFill/>
                    </a:lnT>
                    <a:lnB>
                      <a:noFill/>
                    </a:lnB>
                    <a:noFill/>
                  </a:tcPr>
                </a:tc>
                <a:tc>
                  <a:txBody>
                    <a:bodyPr/>
                    <a:p>
                      <a:r>
                        <a:rPr lang="en-US" altLang="zh-CN" sz="1100"/>
                        <a:t>RMSE = </a:t>
                      </a:r>
                      <a:r>
                        <a:rPr lang="en-US" altLang="zh-CN" sz="1100"/>
                        <a:t>2.172, </a:t>
                      </a:r>
                      <a:r>
                        <a:rPr lang="en-US" altLang="zh-CN" sz="1100"/>
                        <a:t>R² = </a:t>
                      </a:r>
                      <a:r>
                        <a:rPr lang="en-US" altLang="zh-CN" sz="1100"/>
                        <a:t>0.654, </a:t>
                      </a:r>
                      <a:r>
                        <a:rPr lang="en-US" altLang="zh-CN" sz="1100"/>
                        <a:t>MAE = </a:t>
                      </a:r>
                      <a:r>
                        <a:rPr lang="en-US" altLang="zh-CN" sz="1100"/>
                        <a:t>1.653</a:t>
                      </a:r>
                      <a:endParaRPr lang="en-US" altLang="zh-CN" sz="1100"/>
                    </a:p>
                  </a:txBody>
                  <a:tcPr marL="0" marR="0" marT="0" marB="0" anchor="ctr" anchorCtr="0">
                    <a:lnL>
                      <a:noFill/>
                    </a:lnL>
                    <a:lnR>
                      <a:noFill/>
                    </a:lnR>
                    <a:lnT>
                      <a:noFill/>
                    </a:lnT>
                    <a:lnB>
                      <a:noFill/>
                    </a:lnB>
                    <a:noFill/>
                  </a:tcPr>
                </a:tc>
              </a:tr>
              <a:tr h="767080">
                <a:tc>
                  <a:txBody>
                    <a:bodyPr/>
                    <a:p>
                      <a:r>
                        <a:rPr lang="en-US" altLang="zh-CN" sz="1100"/>
                        <a:t>SHAP</a:t>
                      </a:r>
                      <a:endParaRPr lang="en-US" altLang="zh-CN" sz="1100"/>
                    </a:p>
                  </a:txBody>
                  <a:tcPr marL="0" marR="0" marT="0" marB="0" anchor="ctr" anchorCtr="0">
                    <a:lnL>
                      <a:noFill/>
                    </a:lnL>
                    <a:lnR>
                      <a:noFill/>
                    </a:lnR>
                    <a:lnT>
                      <a:noFill/>
                    </a:lnT>
                    <a:lnB>
                      <a:noFill/>
                    </a:lnB>
                    <a:noFill/>
                  </a:tcPr>
                </a:tc>
                <a:tc>
                  <a:txBody>
                    <a:bodyPr/>
                    <a:p>
                      <a:r>
                        <a:rPr lang="en-US" altLang="zh-CN" sz="1100"/>
                        <a:t>Interpretation </a:t>
                      </a:r>
                      <a:r>
                        <a:rPr lang="en-US" altLang="zh-CN" sz="1100"/>
                        <a:t>of </a:t>
                      </a:r>
                      <a:r>
                        <a:rPr lang="en-US" altLang="zh-CN" sz="1100"/>
                        <a:t>RF</a:t>
                      </a:r>
                      <a:endParaRPr lang="en-US" altLang="zh-CN" sz="1100"/>
                    </a:p>
                  </a:txBody>
                  <a:tcPr marL="0" marR="0" marT="0" marB="0" anchor="ctr" anchorCtr="0">
                    <a:lnL>
                      <a:noFill/>
                    </a:lnL>
                    <a:lnR>
                      <a:noFill/>
                    </a:lnR>
                    <a:lnT>
                      <a:noFill/>
                    </a:lnT>
                    <a:lnB>
                      <a:noFill/>
                    </a:lnB>
                    <a:noFill/>
                  </a:tcPr>
                </a:tc>
                <a:tc>
                  <a:txBody>
                    <a:bodyPr/>
                    <a:p>
                      <a:r>
                        <a:rPr lang="en-US" altLang="zh-CN" sz="1100"/>
                        <a:t>Anxiety </a:t>
                      </a:r>
                      <a:r>
                        <a:rPr lang="en-US" altLang="zh-CN" sz="1100"/>
                        <a:t>symptoms </a:t>
                      </a:r>
                      <a:r>
                        <a:rPr lang="en-US" altLang="zh-CN" sz="1100"/>
                        <a:t>are </a:t>
                      </a:r>
                      <a:r>
                        <a:rPr lang="en-US" altLang="zh-CN" sz="1100"/>
                        <a:t>the </a:t>
                      </a:r>
                      <a:r>
                        <a:rPr lang="en-US" altLang="zh-CN" sz="1100"/>
                        <a:t>most </a:t>
                      </a:r>
                      <a:r>
                        <a:rPr lang="en-US" altLang="zh-CN" sz="1100"/>
                        <a:t>important </a:t>
                      </a:r>
                      <a:r>
                        <a:rPr lang="en-US" altLang="zh-CN" sz="1100"/>
                        <a:t>predictor </a:t>
                      </a:r>
                      <a:r>
                        <a:rPr lang="en-US" altLang="zh-CN" sz="1100"/>
                        <a:t>by </a:t>
                      </a:r>
                      <a:r>
                        <a:rPr lang="en-US" altLang="zh-CN" sz="1100"/>
                        <a:t>a </a:t>
                      </a:r>
                      <a:r>
                        <a:rPr lang="en-US" altLang="zh-CN" sz="1100"/>
                        <a:t>large </a:t>
                      </a:r>
                      <a:r>
                        <a:rPr lang="en-US" altLang="zh-CN" sz="1100"/>
                        <a:t>margin, </a:t>
                      </a:r>
                      <a:r>
                        <a:rPr lang="en-US" altLang="zh-CN" sz="1100"/>
                        <a:t>followed </a:t>
                      </a:r>
                      <a:r>
                        <a:rPr lang="en-US" altLang="zh-CN" sz="1100"/>
                        <a:t>by </a:t>
                      </a:r>
                      <a:r>
                        <a:rPr lang="en-US" altLang="zh-CN" sz="1100"/>
                        <a:t>depressive </a:t>
                      </a:r>
                      <a:r>
                        <a:rPr lang="en-US" altLang="zh-CN" sz="1100"/>
                        <a:t>symptoms, </a:t>
                      </a:r>
                      <a:r>
                        <a:rPr lang="en-US" altLang="zh-CN" sz="1100"/>
                        <a:t>self-</a:t>
                      </a:r>
                      <a:r>
                        <a:rPr lang="en-US" altLang="zh-CN" sz="1100"/>
                        <a:t>efficacy, </a:t>
                      </a:r>
                      <a:r>
                        <a:rPr lang="en-US" altLang="zh-CN" sz="1100"/>
                        <a:t>and </a:t>
                      </a:r>
                      <a:r>
                        <a:rPr lang="en-US" altLang="zh-CN" sz="1100"/>
                        <a:t>social </a:t>
                      </a:r>
                      <a:r>
                        <a:rPr lang="en-US" altLang="zh-CN" sz="1100"/>
                        <a:t>support.</a:t>
                      </a:r>
                      <a:endParaRPr lang="en-US" altLang="zh-CN" sz="1100"/>
                    </a:p>
                  </a:txBody>
                  <a:tcPr marL="0" marR="0" marT="0" marB="0" anchor="ctr" anchorCtr="0">
                    <a:lnL>
                      <a:noFill/>
                    </a:lnL>
                    <a:lnR>
                      <a:noFill/>
                    </a:lnR>
                    <a:lnT>
                      <a:noFill/>
                    </a:lnT>
                    <a:lnB>
                      <a:noFill/>
                    </a:lnB>
                    <a:noFill/>
                  </a:tcPr>
                </a:tc>
                <a:tc>
                  <a:txBody>
                    <a:bodyPr/>
                    <a:p>
                      <a:r>
                        <a:rPr lang="en-US" altLang="zh-CN" sz="1100"/>
                        <a:t>Top </a:t>
                      </a:r>
                      <a:r>
                        <a:rPr lang="en-US" altLang="zh-CN" sz="1100"/>
                        <a:t>predictor: </a:t>
                      </a:r>
                      <a:r>
                        <a:rPr lang="en-US" altLang="zh-CN" sz="1100"/>
                        <a:t>anxiety </a:t>
                      </a:r>
                      <a:r>
                        <a:rPr lang="en-US" altLang="zh-CN" sz="1100"/>
                        <a:t>symptoms</a:t>
                      </a:r>
                      <a:endParaRPr lang="en-US" altLang="zh-CN" sz="1100"/>
                    </a:p>
                  </a:txBody>
                  <a:tcPr marL="0" marR="0" marT="0" marB="0" anchor="ctr" anchorCtr="0">
                    <a:lnL>
                      <a:noFill/>
                    </a:lnL>
                    <a:lnR>
                      <a:noFill/>
                    </a:lnR>
                    <a:lnT>
                      <a:noFill/>
                    </a:lnT>
                    <a:lnB>
                      <a:noFill/>
                    </a:lnB>
                    <a:noFill/>
                  </a:tcPr>
                </a:tc>
              </a:tr>
            </a:tbl>
          </a:graphicData>
        </a:graphic>
      </p:graphicFrame>
    </p:spTree>
    <p:custDataLst>
      <p:tags r:id="rId3"/>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p:cNvSpPr>
            <a:spLocks noGrp="1"/>
          </p:cNvSpPr>
          <p:nvPr>
            <p:ph type="title"/>
            <p:custDataLst>
              <p:tags r:id="rId1"/>
            </p:custDataLst>
          </p:nvPr>
        </p:nvSpPr>
        <p:spPr>
          <a:xfrm>
            <a:off x="695960" y="277450"/>
            <a:ext cx="10800000" cy="720000"/>
          </a:xfrm>
        </p:spPr>
        <p:txBody>
          <a:bodyPr/>
          <a:lstStyle/>
          <a:p>
            <a:r>
              <a:rPr lang="en-US" altLang="en-US">
                <a:sym typeface="+mn-ea"/>
              </a:rPr>
              <a:t>Conclusion</a:t>
            </a:r>
            <a:endParaRPr lang="en-US" altLang="en-US"/>
          </a:p>
        </p:txBody>
      </p:sp>
      <p:sp>
        <p:nvSpPr>
          <p:cNvPr id="3" name="Text Box 2"/>
          <p:cNvSpPr txBox="1"/>
          <p:nvPr/>
        </p:nvSpPr>
        <p:spPr>
          <a:xfrm>
            <a:off x="318770" y="997585"/>
            <a:ext cx="11482070" cy="5507990"/>
          </a:xfrm>
          <a:prstGeom prst="rect">
            <a:avLst/>
          </a:prstGeom>
        </p:spPr>
        <p:txBody>
          <a:bodyPr wrap="square">
            <a:spAutoFit/>
          </a:bodyPr>
          <a:p>
            <a:r>
              <a:rPr lang="en-US" altLang="en-US" sz="1600" b="1"/>
              <a:t>Main conclusion</a:t>
            </a:r>
            <a:endParaRPr lang="en-US" altLang="en-US" sz="1600" b="1"/>
          </a:p>
          <a:p>
            <a:endParaRPr lang="en-US" altLang="en-US" sz="1600"/>
          </a:p>
          <a:p>
            <a:r>
              <a:rPr lang="en-US" altLang="en-US" sz="1600"/>
              <a:t>Perceived stress is more strongly associated with psychological distress, psychosocial resources, and adverse life experiences than with demographic background alone.</a:t>
            </a:r>
            <a:endParaRPr lang="en-US" altLang="en-US" sz="1600"/>
          </a:p>
          <a:p>
            <a:endParaRPr lang="en-US" altLang="en-US" sz="1600"/>
          </a:p>
          <a:p>
            <a:r>
              <a:rPr lang="en-US" altLang="en-US" sz="1600" b="1"/>
              <a:t>What is consistent across models</a:t>
            </a:r>
            <a:endParaRPr lang="en-US" altLang="en-US" sz="1600" b="1"/>
          </a:p>
          <a:p>
            <a:endParaRPr lang="en-US" altLang="en-US" sz="1600"/>
          </a:p>
          <a:p>
            <a:r>
              <a:rPr lang="en-US" altLang="en-US" sz="1600"/>
              <a:t>Anxiety symptoms and depressive symptoms remain the most important predictors.</a:t>
            </a:r>
            <a:endParaRPr lang="en-US" altLang="en-US" sz="1600"/>
          </a:p>
          <a:p>
            <a:endParaRPr lang="en-US" altLang="en-US" sz="1600"/>
          </a:p>
          <a:p>
            <a:r>
              <a:rPr lang="en-US" altLang="en-US" sz="1600"/>
              <a:t>Psychosocial resources, especially self-efficacy and family support, also play a protective role.</a:t>
            </a:r>
            <a:endParaRPr lang="en-US" altLang="en-US" sz="1600"/>
          </a:p>
          <a:p>
            <a:endParaRPr lang="en-US" altLang="en-US" sz="1600"/>
          </a:p>
          <a:p>
            <a:r>
              <a:rPr lang="en-US" altLang="en-US" sz="1600"/>
              <a:t>Major life events and adverse childhood experiences remain important across models.</a:t>
            </a:r>
            <a:endParaRPr lang="en-US" altLang="en-US" sz="1600"/>
          </a:p>
          <a:p>
            <a:endParaRPr lang="en-US" altLang="en-US" sz="1600"/>
          </a:p>
          <a:p>
            <a:r>
              <a:rPr lang="en-US" altLang="en-US" sz="1600" b="1"/>
              <a:t>Implication</a:t>
            </a:r>
            <a:endParaRPr lang="en-US" altLang="en-US" sz="1600" b="1"/>
          </a:p>
          <a:p>
            <a:endParaRPr lang="en-US" altLang="en-US" sz="1600"/>
          </a:p>
          <a:p>
            <a:r>
              <a:rPr lang="en-US" altLang="en-US" sz="1600"/>
              <a:t>Perceived stress should not be understood only as an individual emotional problem.</a:t>
            </a:r>
            <a:endParaRPr lang="en-US" altLang="en-US" sz="1600"/>
          </a:p>
          <a:p>
            <a:endParaRPr lang="en-US" altLang="en-US" sz="1600"/>
          </a:p>
          <a:p>
            <a:r>
              <a:rPr lang="en-US" altLang="en-US" sz="1600"/>
              <a:t>It is also shaped by unequal coping resources and accumulated hardship across the life course.</a:t>
            </a:r>
            <a:endParaRPr lang="en-US" altLang="en-US" sz="1600"/>
          </a:p>
          <a:p>
            <a:endParaRPr lang="en-US" altLang="en-US" sz="1600"/>
          </a:p>
          <a:p>
            <a:r>
              <a:rPr lang="en-US" altLang="en-US" sz="1600" b="1"/>
              <a:t>Limitations</a:t>
            </a:r>
            <a:endParaRPr lang="en-US" altLang="en-US" sz="1600" b="1"/>
          </a:p>
          <a:p>
            <a:endParaRPr lang="en-US" altLang="en-US" sz="1600"/>
          </a:p>
          <a:p>
            <a:r>
              <a:rPr lang="en-US" altLang="en-US" sz="1600"/>
              <a:t>cross-sectional data, self-reported measures possible overlap between perceived stress, anxiety, and depression</a:t>
            </a:r>
            <a:endParaRPr lang="en-US" altLang="en-US" sz="1600"/>
          </a:p>
        </p:txBody>
      </p:sp>
    </p:spTree>
    <p:custDataLst>
      <p:tags r:id="rId2"/>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ctrTitle"/>
            <p:custDataLst>
              <p:tags r:id="rId1"/>
            </p:custDataLst>
          </p:nvPr>
        </p:nvSpPr>
        <p:spPr/>
        <p:txBody>
          <a:bodyPr/>
          <a:lstStyle/>
          <a:p>
            <a:r>
              <a:rPr lang="en-US" altLang="zh-CN"/>
              <a:t>THANK YOU</a:t>
            </a:r>
            <a:endParaRPr lang="en-US" altLang="zh-CN"/>
          </a:p>
        </p:txBody>
      </p:sp>
      <p:sp>
        <p:nvSpPr>
          <p:cNvPr id="10" name="署名"/>
          <p:cNvSpPr>
            <a:spLocks noGrp="1"/>
          </p:cNvSpPr>
          <p:nvPr>
            <p:ph type="body" sz="quarter" idx="17"/>
            <p:custDataLst>
              <p:tags r:id="rId2"/>
            </p:custDataLst>
          </p:nvPr>
        </p:nvSpPr>
        <p:spPr/>
        <p:txBody>
          <a:bodyPr/>
          <a:lstStyle/>
          <a:p>
            <a:r>
              <a:rPr lang="zh-CN" altLang="en-US"/>
              <a:t>汇报人：</a:t>
            </a:r>
            <a:r>
              <a:rPr lang="en-US" altLang="zh-CN"/>
              <a:t>WPS</a:t>
            </a:r>
            <a:endParaRPr lang="en-US" altLang="zh-CN"/>
          </a:p>
        </p:txBody>
      </p:sp>
    </p:spTree>
    <p:custDataLst>
      <p:tags r:id="rId3"/>
    </p:custDataLst>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i*2"/>
  <p:tag name="KSO_WM_UNIT_LAYERLEVEL" val="1"/>
  <p:tag name="KSO_WM_TAG_VERSION" val="3.0"/>
  <p:tag name="KSO_WM_BEAUTIFY_FLAG" val="#wm#"/>
  <p:tag name="KSO_WM_UNIT_TYPE" val="i"/>
  <p:tag name="KSO_WM_UNIT_INDEX" val="2"/>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i*3"/>
  <p:tag name="KSO_WM_UNIT_LAYERLEVEL" val="1"/>
  <p:tag name="KSO_WM_TAG_VERSION" val="3.0"/>
  <p:tag name="KSO_WM_BEAUTIFY_FLAG" val="#wm#"/>
  <p:tag name="KSO_WM_UNIT_TYPE" val="i"/>
  <p:tag name="KSO_WM_UNIT_INDEX" val="3"/>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i*4"/>
  <p:tag name="KSO_WM_UNIT_LAYERLEVEL" val="1"/>
  <p:tag name="KSO_WM_TAG_VERSION" val="3.0"/>
  <p:tag name="KSO_WM_BEAUTIFY_FLAG" val="#wm#"/>
  <p:tag name="KSO_WM_UNIT_TYPE" val="i"/>
  <p:tag name="KSO_WM_UNIT_INDEX" val="4"/>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i*5"/>
  <p:tag name="KSO_WM_UNIT_LAYERLEVEL" val="1"/>
  <p:tag name="KSO_WM_TAG_VERSION" val="3.0"/>
  <p:tag name="KSO_WM_BEAUTIFY_FLAG" val="#wm#"/>
  <p:tag name="KSO_WM_UNIT_TYPE" val="i"/>
  <p:tag name="KSO_WM_UNIT_INDEX" val="5"/>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i*6"/>
  <p:tag name="KSO_WM_UNIT_LAYERLEVEL" val="1"/>
  <p:tag name="KSO_WM_TAG_VERSION" val="3.0"/>
  <p:tag name="KSO_WM_BEAUTIFY_FLAG" val="#wm#"/>
  <p:tag name="KSO_WM_UNIT_TYPE" val="i"/>
  <p:tag name="KSO_WM_UNIT_INDEX" val="6"/>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30"/>
  <p:tag name="KSO_WM_UNIT_TYPE" val="a"/>
  <p:tag name="KSO_WM_UNIT_INDEX" val="1"/>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f*1"/>
  <p:tag name="KSO_WM_UNIT_LAYERLEVEL" val="1"/>
  <p:tag name="KSO_WM_TAG_VERSION" val="3.0"/>
  <p:tag name="KSO_WM_BEAUTIFY_FLAG" val="#wm#"/>
  <p:tag name="KSO_WM_UNIT_SUBTYPE" val="b"/>
  <p:tag name="KSO_WM_UNIT_PRESET_TEXT" val="署名占位符"/>
  <p:tag name="KSO_WM_UNIT_NOCLEAR" val="0"/>
  <p:tag name="KSO_WM_UNIT_VALUE" val="8"/>
  <p:tag name="KSO_WM_UNIT_TYPE" val="f"/>
  <p:tag name="KSO_WM_UNIT_INDEX" val="1"/>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330"/>
  <p:tag name="KSO_WM_UNIT_TYPE" val="f"/>
  <p:tag name="KSO_WM_UNIT_INDEX" val="1"/>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3.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3.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3.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6"/>
  <p:tag name="KSO_WM_UNIT_TYPE" val="a"/>
  <p:tag name="KSO_WM_UNIT_INDEX" val="1"/>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i*1"/>
  <p:tag name="KSO_WM_UNIT_LAYERLEVEL" val="1"/>
  <p:tag name="KSO_WM_TAG_VERSION" val="3.0"/>
  <p:tag name="KSO_WM_BEAUTIFY_FLAG" val="#wm#"/>
  <p:tag name="KSO_WM_UNIT_TYPE" val="i"/>
  <p:tag name="KSO_WM_UNIT_INDEX" val="1"/>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i*2"/>
  <p:tag name="KSO_WM_UNIT_LAYERLEVEL" val="1"/>
  <p:tag name="KSO_WM_TAG_VERSION" val="3.0"/>
  <p:tag name="KSO_WM_BEAUTIFY_FLAG" val="#wm#"/>
  <p:tag name="KSO_WM_UNIT_TYPE" val="i"/>
  <p:tag name="KSO_WM_UNIT_INDEX" val="2"/>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i*3"/>
  <p:tag name="KSO_WM_UNIT_LAYERLEVEL" val="1"/>
  <p:tag name="KSO_WM_TAG_VERSION" val="3.0"/>
  <p:tag name="KSO_WM_BEAUTIFY_FLAG" val="#wm#"/>
  <p:tag name="KSO_WM_UNIT_TYPE" val="i"/>
  <p:tag name="KSO_WM_UNIT_INDEX" val="3"/>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a*1"/>
  <p:tag name="KSO_WM_UNIT_LAYERLEVEL" val="1"/>
  <p:tag name="KSO_WM_TAG_VERSION" val="3.0"/>
  <p:tag name="KSO_WM_BEAUTIFY_FLAG" val="#wm#"/>
  <p:tag name="KSO_WM_UNIT_ISCONTENTSTITLE" val="1"/>
  <p:tag name="KSO_WM_UNIT_ISNUMDGMTITLE" val="0"/>
  <p:tag name="KSO_WM_UNIT_PRESET_TEXT" val="标题"/>
  <p:tag name="KSO_WM_UNIT_NOCLEAR" val="0"/>
  <p:tag name="KSO_WM_UNIT_VALUE" val="3"/>
  <p:tag name="KSO_WM_UNIT_TYPE" val="a"/>
  <p:tag name="KSO_WM_UNIT_INDEX" val="1"/>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i*1"/>
  <p:tag name="KSO_WM_UNIT_LAYERLEVEL" val="1"/>
  <p:tag name="KSO_WM_TAG_VERSION" val="3.0"/>
  <p:tag name="KSO_WM_BEAUTIFY_FLAG" val="#wm#"/>
  <p:tag name="KSO_WM_UNIT_TYPE" val="i"/>
  <p:tag name="KSO_WM_UNIT_INDEX" val="1"/>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i*2"/>
  <p:tag name="KSO_WM_UNIT_LAYERLEVEL" val="1"/>
  <p:tag name="KSO_WM_TAG_VERSION" val="3.0"/>
  <p:tag name="KSO_WM_BEAUTIFY_FLAG" val="#wm#"/>
  <p:tag name="KSO_WM_UNIT_TYPE" val="i"/>
  <p:tag name="KSO_WM_UNIT_INDEX" val="2"/>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i*3"/>
  <p:tag name="KSO_WM_UNIT_LAYERLEVEL" val="1"/>
  <p:tag name="KSO_WM_TAG_VERSION" val="3.0"/>
  <p:tag name="KSO_WM_BEAUTIFY_FLAG" val="#wm#"/>
  <p:tag name="KSO_WM_UNIT_TYPE" val="i"/>
  <p:tag name="KSO_WM_UNIT_INDEX" val="3"/>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i*4"/>
  <p:tag name="KSO_WM_UNIT_LAYERLEVEL" val="1"/>
  <p:tag name="KSO_WM_TAG_VERSION" val="3.0"/>
  <p:tag name="KSO_WM_BEAUTIFY_FLAG" val="#wm#"/>
  <p:tag name="KSO_WM_UNIT_TYPE" val="i"/>
  <p:tag name="KSO_WM_UNIT_INDEX" val="4"/>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14"/>
  <p:tag name="KSO_WM_UNIT_TYPE" val="a"/>
  <p:tag name="KSO_WM_UNIT_INDEX" val="1"/>
</p:tagLst>
</file>

<file path=ppt/tags/tag28.xml><?xml version="1.0" encoding="utf-8"?>
<p:tagLst xmlns:p="http://schemas.openxmlformats.org/presentationml/2006/main">
  <p:tag name="KSO_WM_UNIT_HIGHLIGHT" val="0"/>
  <p:tag name="KSO_WM_UNIT_COMPATIBLE" val="1"/>
  <p:tag name="KSO_WM_UNIT_DIAGRAM_ISNUMVISUAL" val="0"/>
  <p:tag name="KSO_WM_UNIT_DIAGRAM_ISREFERUNIT" val="0"/>
  <p:tag name="KSO_WM_UNIT_ID" val="_4*e*1"/>
  <p:tag name="KSO_WM_UNIT_LAYERLEVEL" val="1"/>
  <p:tag name="KSO_WM_TAG_VERSION" val="3.0"/>
  <p:tag name="KSO_WM_BEAUTIFY_FLAG" val="#wm#"/>
  <p:tag name="KSO_WM_UNIT_PRESET_TEXT" val="节编号"/>
  <p:tag name="KSO_WM_UNIT_NOCLEAR" val="0"/>
  <p:tag name="KSO_WM_UNIT_VALUE" val="13"/>
  <p:tag name="KSO_WM_UNIT_TYPE" val="e"/>
  <p:tag name="KSO_WM_UNIT_INDEX" val="1"/>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TYPE" val="f"/>
  <p:tag name="KSO_WM_UNIT_INDEX" val="1"/>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f*2"/>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TYPE" val="f"/>
  <p:tag name="KSO_WM_UNIT_INDEX" val="2"/>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3.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3.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3.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h_a*1_1"/>
  <p:tag name="KSO_WM_UNIT_LAYERLEVEL" val="1_1"/>
  <p:tag name="KSO_WM_TAG_VERSION" val="3.0"/>
  <p:tag name="KSO_WM_BEAUTIFY_FLAG" val="#wm#"/>
  <p:tag name="KSO_WM_UNIT_PRESET_TEXT" val="单击此处编辑母版文本样式"/>
  <p:tag name="KSO_WM_UNIT_NOCLEAR" val="0"/>
  <p:tag name="KSO_WM_UNIT_TYPE" val="h_a"/>
  <p:tag name="KSO_WM_UNIT_INDEX" val="1_1"/>
  <p:tag name="KSO_WM_UNIT_ISCONTENTSTITLE" val="0"/>
  <p:tag name="KSO_WM_UNIT_ISNUMDGMTITLE" val="0"/>
  <p:tag name="KSO_WM_UNIT_VALUE" val="19"/>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h_f*1_1"/>
  <p:tag name="KSO_WM_UNIT_LAYERLEVEL" val="1_1"/>
  <p:tag name="KSO_WM_TAG_VERSION" val="3.0"/>
  <p:tag name="KSO_WM_BEAUTIFY_FLAG" val="#wm#"/>
  <p:tag name="KSO_WM_UNIT_SUBTYPE" val="a"/>
  <p:tag name="KSO_WM_UNIT_PRESET_TEXT" val="单击此处编辑母版文本样式&#10;二级&#10;三级&#10;四级&#10;五级"/>
  <p:tag name="KSO_WM_UNIT_NOCLEAR" val="0"/>
  <p:tag name="KSO_WM_UNIT_VALUE" val="128"/>
  <p:tag name="KSO_WM_UNIT_TYPE" val="h_f"/>
  <p:tag name="KSO_WM_UNIT_INDEX" val="1_1"/>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h_a*2_1"/>
  <p:tag name="KSO_WM_UNIT_LAYERLEVEL" val="1_1"/>
  <p:tag name="KSO_WM_TAG_VERSION" val="3.0"/>
  <p:tag name="KSO_WM_BEAUTIFY_FLAG" val="#wm#"/>
  <p:tag name="KSO_WM_UNIT_PRESET_TEXT" val="单击此处编辑母版文本样式"/>
  <p:tag name="KSO_WM_UNIT_NOCLEAR" val="0"/>
  <p:tag name="KSO_WM_UNIT_TYPE" val="h_a"/>
  <p:tag name="KSO_WM_UNIT_INDEX" val="2_1"/>
  <p:tag name="KSO_WM_UNIT_ISCONTENTSTITLE" val="0"/>
  <p:tag name="KSO_WM_UNIT_ISNUMDGMTITLE" val="0"/>
  <p:tag name="KSO_WM_UNIT_VALUE" val="19"/>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h_f*2_1"/>
  <p:tag name="KSO_WM_UNIT_LAYERLEVEL" val="1_1"/>
  <p:tag name="KSO_WM_TAG_VERSION" val="3.0"/>
  <p:tag name="KSO_WM_BEAUTIFY_FLAG" val="#wm#"/>
  <p:tag name="KSO_WM_UNIT_SUBTYPE" val="a"/>
  <p:tag name="KSO_WM_UNIT_PRESET_TEXT" val="单击此处编辑母版文本样式&#10;二级&#10;三级&#10;四级&#10;五级"/>
  <p:tag name="KSO_WM_UNIT_NOCLEAR" val="0"/>
  <p:tag name="KSO_WM_UNIT_VALUE" val="128"/>
  <p:tag name="KSO_WM_UNIT_TYPE" val="h_f"/>
  <p:tag name="KSO_WM_UNIT_INDEX" val="2_1"/>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3.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3.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3.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TYPE" val="a"/>
  <p:tag name="KSO_WM_UNIT_INDEX" val="1"/>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3.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3.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3.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3.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3.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3.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396"/>
  <p:tag name="KSO_WM_UNIT_TYPE" val="f"/>
  <p:tag name="KSO_WM_UNIT_INDEX" val="1"/>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3.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3.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3.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b*1"/>
  <p:tag name="KSO_WM_UNIT_LAYERLEVEL" val="1"/>
  <p:tag name="KSO_WM_TAG_VERSION" val="3.0"/>
  <p:tag name="KSO_WM_BEAUTIFY_FLAG" val="#wm#"/>
  <p:tag name="KSO_WM_UNIT_ISCONTENTSTITLE" val="0"/>
  <p:tag name="KSO_WM_UNIT_ISNUMDGMTITLE" val="0"/>
  <p:tag name="KSO_WM_UNIT_PRESET_TEXT" val="单击此处编辑母版副标题样式"/>
  <p:tag name="KSO_WM_UNIT_NOCLEAR" val="0"/>
  <p:tag name="KSO_WM_UNIT_VALUE" val="40"/>
  <p:tag name="KSO_WM_UNIT_TYPE" val="b"/>
  <p:tag name="KSO_WM_UNIT_INDEX" val="1"/>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3.0"/>
  <p:tag name="KSO_WM_BEAUTIFY_FLAG" val="#wm#"/>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3.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3.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TYPE" val="a"/>
  <p:tag name="KSO_WM_UNIT_INDEX" val="1"/>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i*1"/>
  <p:tag name="KSO_WM_UNIT_LAYERLEVEL" val="1"/>
  <p:tag name="KSO_WM_TAG_VERSION" val="3.0"/>
  <p:tag name="KSO_WM_BEAUTIFY_FLAG" val="#wm#"/>
  <p:tag name="KSO_WM_UNIT_TYPE" val="i"/>
  <p:tag name="KSO_WM_UNIT_INDEX" val="1"/>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i*2"/>
  <p:tag name="KSO_WM_UNIT_LAYERLEVEL" val="1"/>
  <p:tag name="KSO_WM_TAG_VERSION" val="3.0"/>
  <p:tag name="KSO_WM_BEAUTIFY_FLAG" val="#wm#"/>
  <p:tag name="KSO_WM_UNIT_TYPE" val="i"/>
  <p:tag name="KSO_WM_UNIT_INDEX" val="2"/>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i*3"/>
  <p:tag name="KSO_WM_UNIT_LAYERLEVEL" val="1"/>
  <p:tag name="KSO_WM_TAG_VERSION" val="3.0"/>
  <p:tag name="KSO_WM_BEAUTIFY_FLAG" val="#wm#"/>
  <p:tag name="KSO_WM_UNIT_TYPE" val="i"/>
  <p:tag name="KSO_WM_UNIT_INDEX" val="3"/>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i*4"/>
  <p:tag name="KSO_WM_UNIT_LAYERLEVEL" val="1"/>
  <p:tag name="KSO_WM_TAG_VERSION" val="3.0"/>
  <p:tag name="KSO_WM_BEAUTIFY_FLAG" val="#wm#"/>
  <p:tag name="KSO_WM_UNIT_TYPE" val="i"/>
  <p:tag name="KSO_WM_UNIT_INDEX" val="4"/>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i*5"/>
  <p:tag name="KSO_WM_UNIT_LAYERLEVEL" val="1"/>
  <p:tag name="KSO_WM_TAG_VERSION" val="3.0"/>
  <p:tag name="KSO_WM_BEAUTIFY_FLAG" val="#wm#"/>
  <p:tag name="KSO_WM_UNIT_TYPE" val="i"/>
  <p:tag name="KSO_WM_UNIT_INDEX" val="5"/>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30"/>
  <p:tag name="KSO_WM_UNIT_TYPE" val="a"/>
  <p:tag name="KSO_WM_UNIT_INDEX" val="1"/>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 name="KSO_WM_UNIT_NOCLEAR" val="0"/>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f*1"/>
  <p:tag name="KSO_WM_UNIT_LAYERLEVEL" val="1"/>
  <p:tag name="KSO_WM_TAG_VERSION" val="3.0"/>
  <p:tag name="KSO_WM_BEAUTIFY_FLAG" val="#wm#"/>
  <p:tag name="KSO_WM_UNIT_SUBTYPE" val="b"/>
  <p:tag name="KSO_WM_UNIT_PRESET_TEXT" val="署名占位符"/>
  <p:tag name="KSO_WM_UNIT_NOCLEAR" val="0"/>
  <p:tag name="KSO_WM_UNIT_VALUE" val="8"/>
  <p:tag name="KSO_WM_UNIT_TYPE" val="f"/>
  <p:tag name="KSO_WM_UNIT_INDEX" val="1"/>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i*1"/>
  <p:tag name="KSO_WM_UNIT_LAYERLEVEL" val="1"/>
  <p:tag name="KSO_WM_TAG_VERSION" val="3.0"/>
  <p:tag name="KSO_WM_BEAUTIFY_FLAG" val="#wm#"/>
  <p:tag name="KSO_WM_UNIT_TYPE" val="i"/>
  <p:tag name="KSO_WM_UNIT_INDEX" val="1"/>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i*2"/>
  <p:tag name="KSO_WM_UNIT_LAYERLEVEL" val="1"/>
  <p:tag name="KSO_WM_TAG_VERSION" val="3.0"/>
  <p:tag name="KSO_WM_BEAUTIFY_FLAG" val="#wm#"/>
  <p:tag name="KSO_WM_UNIT_TYPE" val="i"/>
  <p:tag name="KSO_WM_UNIT_INDEX" val="2"/>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i*3"/>
  <p:tag name="KSO_WM_UNIT_LAYERLEVEL" val="1"/>
  <p:tag name="KSO_WM_TAG_VERSION" val="3.0"/>
  <p:tag name="KSO_WM_BEAUTIFY_FLAG" val="#wm#"/>
  <p:tag name="KSO_WM_UNIT_TYPE" val="i"/>
  <p:tag name="KSO_WM_UNIT_INDEX" val="3"/>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a*1"/>
  <p:tag name="KSO_WM_UNIT_LAYERLEVEL" val="1"/>
  <p:tag name="KSO_WM_TAG_VERSION" val="1.0"/>
  <p:tag name="KSO_WM_BEAUTIFY_FLAG" val="#wm#"/>
  <p:tag name="KSO_WM_UNIT_ISCONTENTSTITLE" val="0"/>
  <p:tag name="KSO_WM_UNIT_ISNUMDGMTITLE" val="0"/>
  <p:tag name="KSO_WM_UNIT_PRESET_TEXT" val="单击此处编辑母版标题样式"/>
  <p:tag name="KSO_WM_UNIT_NOCLEAR" val="0"/>
  <p:tag name="KSO_WM_UNIT_TYPE" val="a"/>
  <p:tag name="KSO_WM_UNIT_INDEX" val="1"/>
  <p:tag name="KSO_WM_UNIT_VALUE" val="25"/>
  <p:tag name="KSO_WM_TEMPLATE_CATEGORY" val="custom"/>
  <p:tag name="KSO_WM_TEMPLATE_INDEX" val="20233105"/>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f*1"/>
  <p:tag name="KSO_WM_UNIT_LAYERLEVEL" val="1"/>
  <p:tag name="KSO_WM_TAG_VERSION" val="1.0"/>
  <p:tag name="KSO_WM_BEAUTIFY_FLAG" val="#wm#"/>
  <p:tag name="KSO_WM_UNIT_SUBTYPE" val="a"/>
  <p:tag name="KSO_WM_UNIT_PRESET_TEXT" val="单击此处编辑母版文本样式&#10;第二级&#10;第三级&#10;第四级&#10;第五级"/>
  <p:tag name="KSO_WM_UNIT_NOCLEAR" val="0"/>
  <p:tag name="KSO_WM_UNIT_TYPE" val="f"/>
  <p:tag name="KSO_WM_UNIT_INDEX" val="1"/>
  <p:tag name="KSO_WM_TEMPLATE_CATEGORY" val="custom"/>
  <p:tag name="KSO_WM_TEMPLATE_INDEX" val="20233105"/>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80.xml><?xml version="1.0" encoding="utf-8"?>
<p:tagLst xmlns:p="http://schemas.openxmlformats.org/presentationml/2006/main">
  <p:tag name="KSO_WM_TEMPLATE_SUBCATEGORY" val="29"/>
  <p:tag name="KSO_WM_TEMPLATE_MASTER_TYPE" val="0"/>
  <p:tag name="KSO_WM_TEMPLATE_COLOR_TYPE" val="0"/>
  <p:tag name="KSO_WM_TAG_VERSION" val="3.0"/>
  <p:tag name="KSO_WM_BEAUTIFY_FLAG" val="#wm#"/>
  <p:tag name="KSO_WM_TEMPLATE_CATEGORY" val="custom"/>
  <p:tag name="KSO_WM_TEMPLATE_INDEX" val="20233105"/>
  <p:tag name="KSO_WM_TEMPLATE_THUMBS_INDEX" val="1、9"/>
</p:tagLst>
</file>

<file path=ppt/tags/tag81.xml><?xml version="1.0" encoding="utf-8"?>
<p:tagLst xmlns:p="http://schemas.openxmlformats.org/presentationml/2006/main">
  <p:tag name="KSO_WM_UNIT_ISCONTENTSTITLE" val="0"/>
  <p:tag name="KSO_WM_UNIT_ISNUMDGMTITLE" val="0"/>
  <p:tag name="KSO_WM_UNIT_NOCLEAR" val="0"/>
  <p:tag name="KSO_WM_UNIT_VALUE" val="30"/>
  <p:tag name="KSO_WM_UNIT_HIGHLIGHT" val="0"/>
  <p:tag name="KSO_WM_UNIT_COMPATIBLE" val="0"/>
  <p:tag name="KSO_WM_UNIT_DIAGRAM_ISNUMVISUAL" val="0"/>
  <p:tag name="KSO_WM_UNIT_DIAGRAM_ISREFERUNIT" val="0"/>
  <p:tag name="KSO_WM_UNIT_TYPE" val="a"/>
  <p:tag name="KSO_WM_UNIT_INDEX" val="1"/>
  <p:tag name="KSO_WM_UNIT_ID" val="custom20233105_1*a*1"/>
  <p:tag name="KSO_WM_TEMPLATE_CATEGORY" val="custom"/>
  <p:tag name="KSO_WM_TEMPLATE_INDEX" val="20233105"/>
  <p:tag name="KSO_WM_UNIT_LAYERLEVEL" val="1"/>
  <p:tag name="KSO_WM_TAG_VERSION" val="3.0"/>
  <p:tag name="KSO_WM_BEAUTIFY_FLAG" val="#wm#"/>
  <p:tag name="KSO_WM_UNIT_PRESET_TEXT" val="单击此处添加文档标题内容"/>
  <p:tag name="KSO_WM_UNIT_TEXT_TYPE" val="1"/>
</p:tagLst>
</file>

<file path=ppt/tags/tag82.xml><?xml version="1.0" encoding="utf-8"?>
<p:tagLst xmlns:p="http://schemas.openxmlformats.org/presentationml/2006/main">
  <p:tag name="KSO_WM_UNIT_SUBTYPE" val="b"/>
  <p:tag name="KSO_WM_UNIT_NOCLEAR" val="0"/>
  <p:tag name="KSO_WM_UNIT_VALUE" val="8"/>
  <p:tag name="KSO_WM_UNIT_HIGHLIGHT" val="0"/>
  <p:tag name="KSO_WM_UNIT_COMPATIBLE" val="0"/>
  <p:tag name="KSO_WM_UNIT_DIAGRAM_ISNUMVISUAL" val="0"/>
  <p:tag name="KSO_WM_UNIT_DIAGRAM_ISREFERUNIT" val="0"/>
  <p:tag name="KSO_WM_UNIT_TYPE" val="f"/>
  <p:tag name="KSO_WM_UNIT_INDEX" val="4"/>
  <p:tag name="KSO_WM_UNIT_ID" val="custom20233105_1*f*4"/>
  <p:tag name="KSO_WM_TEMPLATE_CATEGORY" val="custom"/>
  <p:tag name="KSO_WM_TEMPLATE_INDEX" val="20233105"/>
  <p:tag name="KSO_WM_UNIT_LAYERLEVEL" val="1"/>
  <p:tag name="KSO_WM_TAG_VERSION" val="3.0"/>
  <p:tag name="KSO_WM_BEAUTIFY_FLAG" val="#wm#"/>
</p:tagLst>
</file>

<file path=ppt/tags/tag83.xml><?xml version="1.0" encoding="utf-8"?>
<p:tagLst xmlns:p="http://schemas.openxmlformats.org/presentationml/2006/main">
  <p:tag name="KSO_WM_SLIDE_ID" val="custom20233105_1"/>
  <p:tag name="KSO_WM_TEMPLATE_SUBCATEGORY" val="29"/>
  <p:tag name="KSO_WM_TEMPLATE_MASTER_TYPE" val="0"/>
  <p:tag name="KSO_WM_TEMPLATE_COLOR_TYPE" val="0"/>
  <p:tag name="KSO_WM_SLIDE_ITEM_CNT" val="0"/>
  <p:tag name="KSO_WM_SLIDE_INDEX" val="1"/>
  <p:tag name="KSO_WM_TAG_VERSION" val="3.0"/>
  <p:tag name="KSO_WM_BEAUTIFY_FLAG" val="#wm#"/>
  <p:tag name="KSO_WM_TEMPLATE_CATEGORY" val="custom"/>
  <p:tag name="KSO_WM_TEMPLATE_INDEX" val="20233105"/>
  <p:tag name="KSO_WM_SLIDE_LAYOUT" val="a_f"/>
  <p:tag name="KSO_WM_SLIDE_LAYOUT_CNT" val="1_1"/>
  <p:tag name="KSO_WM_SLIDE_TYPE" val="title"/>
  <p:tag name="KSO_WM_SLIDE_SUBTYPE" val="pureTxt"/>
  <p:tag name="KSO_WM_TEMPLATE_THUMBS_INDEX" val="1、9"/>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a*1"/>
  <p:tag name="KSO_WM_TEMPLATE_CATEGORY" val="custom"/>
  <p:tag name="KSO_WM_TEMPLATE_INDEX" val="20233105"/>
  <p:tag name="KSO_WM_UNIT_LAYERLEVEL" val="1"/>
  <p:tag name="KSO_WM_TAG_VERSION" val="3.0"/>
  <p:tag name="KSO_WM_BEAUTIFY_FLAG" val="#wm#"/>
  <p:tag name="KSO_WM_UNIT_ISCONTENTSTITLE" val="0"/>
  <p:tag name="KSO_WM_UNIT_ISNUMDGMTITLE" val="0"/>
  <p:tag name="KSO_WM_UNIT_NOCLEAR" val="0"/>
  <p:tag name="KSO_WM_UNIT_VALUE" val="20"/>
  <p:tag name="KSO_WM_UNIT_TYPE" val="a"/>
  <p:tag name="KSO_WM_UNIT_INDEX" val="1"/>
  <p:tag name="KSO_WM_UNIT_PRESET_TEXT" val="单击此处添加标题"/>
  <p:tag name="KSO_WM_UNIT_TEXT_TYPE" val="1"/>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f*1"/>
  <p:tag name="KSO_WM_TEMPLATE_CATEGORY" val="custom"/>
  <p:tag name="KSO_WM_TEMPLATE_INDEX" val="20233105"/>
  <p:tag name="KSO_WM_UNIT_LAYERLEVEL" val="1"/>
  <p:tag name="KSO_WM_TAG_VERSION" val="3.0"/>
  <p:tag name="KSO_WM_BEAUTIFY_FLAG" val="#wm#"/>
  <p:tag name="KSO_WM_UNIT_SUBTYPE" val="a"/>
  <p:tag name="KSO_WM_UNIT_NOCLEAR" val="0"/>
  <p:tag name="KSO_WM_UNIT_VALUE" val="330"/>
  <p:tag name="KSO_WM_UNIT_TYPE" val="f"/>
  <p:tag name="KSO_WM_UNIT_INDEX" val="1"/>
  <p:tag name="KSO_WM_UNIT_PRESET_TEXT" val="单击此处添加文本"/>
  <p:tag name="KSO_WM_UNIT_TEXT_TYPE" val="1"/>
</p:tagLst>
</file>

<file path=ppt/tags/tag86.xml><?xml version="1.0" encoding="utf-8"?>
<p:tagLst xmlns:p="http://schemas.openxmlformats.org/presentationml/2006/main">
  <p:tag name="KSO_WM_SLIDE_ID" val="custom20233105_8"/>
  <p:tag name="KSO_WM_TEMPLATE_SUBCATEGORY" val="29"/>
  <p:tag name="KSO_WM_TEMPLATE_MASTER_TYPE" val="0"/>
  <p:tag name="KSO_WM_TEMPLATE_COLOR_TYPE" val="0"/>
  <p:tag name="KSO_WM_SLIDE_ITEM_CNT" val="0"/>
  <p:tag name="KSO_WM_SLIDE_INDEX" val="8"/>
  <p:tag name="KSO_WM_TAG_VERSION" val="3.0"/>
  <p:tag name="KSO_WM_BEAUTIFY_FLAG" val="#wm#"/>
  <p:tag name="KSO_WM_TEMPLATE_CATEGORY" val="custom"/>
  <p:tag name="KSO_WM_TEMPLATE_INDEX" val="20233105"/>
  <p:tag name="KSO_WM_SLIDE_TYPE" val="text"/>
  <p:tag name="KSO_WM_SLIDE_SUBTYPE" val="pureTxt"/>
  <p:tag name="KSO_WM_SLIDE_SIZE" val="850*457"/>
  <p:tag name="KSO_WM_SLIDE_POSITION" val="54*28"/>
  <p:tag name="KSO_WM_SLIDE_LAYOUT" val="a_f"/>
  <p:tag name="KSO_WM_SLIDE_LAYOUT_CNT" val="1_1"/>
</p:tagLst>
</file>

<file path=ppt/tags/tag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a*1"/>
  <p:tag name="KSO_WM_TEMPLATE_CATEGORY" val="custom"/>
  <p:tag name="KSO_WM_TEMPLATE_INDEX" val="20233105"/>
  <p:tag name="KSO_WM_UNIT_LAYERLEVEL" val="1"/>
  <p:tag name="KSO_WM_TAG_VERSION" val="3.0"/>
  <p:tag name="KSO_WM_BEAUTIFY_FLAG" val="#wm#"/>
  <p:tag name="KSO_WM_UNIT_ISCONTENTSTITLE" val="0"/>
  <p:tag name="KSO_WM_UNIT_ISNUMDGMTITLE" val="0"/>
  <p:tag name="KSO_WM_UNIT_NOCLEAR" val="0"/>
  <p:tag name="KSO_WM_UNIT_VALUE" val="20"/>
  <p:tag name="KSO_WM_UNIT_TYPE" val="a"/>
  <p:tag name="KSO_WM_UNIT_INDEX" val="1"/>
  <p:tag name="KSO_WM_UNIT_PRESET_TEXT" val="单击此处添加标题"/>
  <p:tag name="KSO_WM_UNIT_TEXT_TYPE" val="1"/>
</p:tagLst>
</file>

<file path=ppt/tags/tag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f*1"/>
  <p:tag name="KSO_WM_TEMPLATE_CATEGORY" val="custom"/>
  <p:tag name="KSO_WM_TEMPLATE_INDEX" val="20233105"/>
  <p:tag name="KSO_WM_UNIT_LAYERLEVEL" val="1"/>
  <p:tag name="KSO_WM_TAG_VERSION" val="3.0"/>
  <p:tag name="KSO_WM_BEAUTIFY_FLAG" val="#wm#"/>
  <p:tag name="KSO_WM_UNIT_SUBTYPE" val="a"/>
  <p:tag name="KSO_WM_UNIT_NOCLEAR" val="0"/>
  <p:tag name="KSO_WM_UNIT_VALUE" val="330"/>
  <p:tag name="KSO_WM_UNIT_TYPE" val="f"/>
  <p:tag name="KSO_WM_UNIT_INDEX" val="1"/>
  <p:tag name="KSO_WM_UNIT_PRESET_TEXT" val="单击此处添加文本"/>
  <p:tag name="KSO_WM_UNIT_TEXT_TYPE" val="1"/>
</p:tagLst>
</file>

<file path=ppt/tags/tag89.xml><?xml version="1.0" encoding="utf-8"?>
<p:tagLst xmlns:p="http://schemas.openxmlformats.org/presentationml/2006/main">
  <p:tag name="KSO_WM_SLIDE_ID" val="custom20233105_8"/>
  <p:tag name="KSO_WM_TEMPLATE_SUBCATEGORY" val="29"/>
  <p:tag name="KSO_WM_TEMPLATE_MASTER_TYPE" val="0"/>
  <p:tag name="KSO_WM_TEMPLATE_COLOR_TYPE" val="0"/>
  <p:tag name="KSO_WM_SLIDE_ITEM_CNT" val="0"/>
  <p:tag name="KSO_WM_SLIDE_INDEX" val="8"/>
  <p:tag name="KSO_WM_TAG_VERSION" val="3.0"/>
  <p:tag name="KSO_WM_BEAUTIFY_FLAG" val="#wm#"/>
  <p:tag name="KSO_WM_TEMPLATE_CATEGORY" val="custom"/>
  <p:tag name="KSO_WM_TEMPLATE_INDEX" val="20233105"/>
  <p:tag name="KSO_WM_SLIDE_TYPE" val="text"/>
  <p:tag name="KSO_WM_SLIDE_SUBTYPE" val="pureTxt"/>
  <p:tag name="KSO_WM_SLIDE_SIZE" val="850*457"/>
  <p:tag name="KSO_WM_SLIDE_POSITION" val="54*28"/>
  <p:tag name="KSO_WM_SLIDE_LAYOUT" val="a_f"/>
  <p:tag name="KSO_WM_SLIDE_LAYOUT_CNT" val="1_1"/>
</p:tagLst>
</file>

<file path=ppt/tags/tag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a*1"/>
  <p:tag name="KSO_WM_TEMPLATE_CATEGORY" val="custom"/>
  <p:tag name="KSO_WM_TEMPLATE_INDEX" val="20233105"/>
  <p:tag name="KSO_WM_UNIT_LAYERLEVEL" val="1"/>
  <p:tag name="KSO_WM_TAG_VERSION" val="3.0"/>
  <p:tag name="KSO_WM_BEAUTIFY_FLAG" val="#wm#"/>
  <p:tag name="KSO_WM_UNIT_ISCONTENTSTITLE" val="0"/>
  <p:tag name="KSO_WM_UNIT_ISNUMDGMTITLE" val="0"/>
  <p:tag name="KSO_WM_UNIT_NOCLEAR" val="0"/>
  <p:tag name="KSO_WM_UNIT_VALUE" val="20"/>
  <p:tag name="KSO_WM_UNIT_TYPE" val="a"/>
  <p:tag name="KSO_WM_UNIT_INDEX" val="1"/>
  <p:tag name="KSO_WM_UNIT_PRESET_TEXT" val="单击此处添加标题"/>
  <p:tag name="KSO_WM_UNIT_TEXT_TYPE" val="1"/>
</p:tagLst>
</file>

<file path=ppt/tags/tag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f*1"/>
  <p:tag name="KSO_WM_TEMPLATE_CATEGORY" val="custom"/>
  <p:tag name="KSO_WM_TEMPLATE_INDEX" val="20233105"/>
  <p:tag name="KSO_WM_UNIT_LAYERLEVEL" val="1"/>
  <p:tag name="KSO_WM_TAG_VERSION" val="3.0"/>
  <p:tag name="KSO_WM_BEAUTIFY_FLAG" val="#wm#"/>
  <p:tag name="KSO_WM_UNIT_SUBTYPE" val="a"/>
  <p:tag name="KSO_WM_UNIT_NOCLEAR" val="0"/>
  <p:tag name="KSO_WM_UNIT_VALUE" val="330"/>
  <p:tag name="KSO_WM_UNIT_TYPE" val="f"/>
  <p:tag name="KSO_WM_UNIT_INDEX" val="1"/>
  <p:tag name="KSO_WM_UNIT_PRESET_TEXT" val="单击此处添加文本"/>
  <p:tag name="KSO_WM_UNIT_TEXT_TYPE" val="1"/>
</p:tagLst>
</file>

<file path=ppt/tags/tag92.xml><?xml version="1.0" encoding="utf-8"?>
<p:tagLst xmlns:p="http://schemas.openxmlformats.org/presentationml/2006/main">
  <p:tag name="KSO_WM_SLIDE_ID" val="custom20233105_8"/>
  <p:tag name="KSO_WM_TEMPLATE_SUBCATEGORY" val="29"/>
  <p:tag name="KSO_WM_TEMPLATE_MASTER_TYPE" val="0"/>
  <p:tag name="KSO_WM_TEMPLATE_COLOR_TYPE" val="0"/>
  <p:tag name="KSO_WM_SLIDE_ITEM_CNT" val="0"/>
  <p:tag name="KSO_WM_SLIDE_INDEX" val="8"/>
  <p:tag name="KSO_WM_TAG_VERSION" val="3.0"/>
  <p:tag name="KSO_WM_BEAUTIFY_FLAG" val="#wm#"/>
  <p:tag name="KSO_WM_TEMPLATE_CATEGORY" val="custom"/>
  <p:tag name="KSO_WM_TEMPLATE_INDEX" val="20233105"/>
  <p:tag name="KSO_WM_SLIDE_TYPE" val="text"/>
  <p:tag name="KSO_WM_SLIDE_SUBTYPE" val="pureTxt"/>
  <p:tag name="KSO_WM_SLIDE_SIZE" val="850*457"/>
  <p:tag name="KSO_WM_SLIDE_POSITION" val="54*28"/>
  <p:tag name="KSO_WM_SLIDE_LAYOUT" val="a_f"/>
  <p:tag name="KSO_WM_SLIDE_LAYOUT_CNT" val="1_1"/>
</p:tagLst>
</file>

<file path=ppt/tags/tag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a*1"/>
  <p:tag name="KSO_WM_TEMPLATE_CATEGORY" val="custom"/>
  <p:tag name="KSO_WM_TEMPLATE_INDEX" val="20233105"/>
  <p:tag name="KSO_WM_UNIT_LAYERLEVEL" val="1"/>
  <p:tag name="KSO_WM_TAG_VERSION" val="3.0"/>
  <p:tag name="KSO_WM_BEAUTIFY_FLAG" val="#wm#"/>
  <p:tag name="KSO_WM_UNIT_ISCONTENTSTITLE" val="0"/>
  <p:tag name="KSO_WM_UNIT_ISNUMDGMTITLE" val="0"/>
  <p:tag name="KSO_WM_UNIT_NOCLEAR" val="0"/>
  <p:tag name="KSO_WM_UNIT_VALUE" val="20"/>
  <p:tag name="KSO_WM_UNIT_TYPE" val="a"/>
  <p:tag name="KSO_WM_UNIT_INDEX" val="1"/>
  <p:tag name="KSO_WM_UNIT_PRESET_TEXT" val="单击此处添加标题"/>
  <p:tag name="KSO_WM_UNIT_TEXT_TYPE" val="1"/>
</p:tagLst>
</file>

<file path=ppt/tags/tag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f*1"/>
  <p:tag name="KSO_WM_TEMPLATE_CATEGORY" val="custom"/>
  <p:tag name="KSO_WM_TEMPLATE_INDEX" val="20233105"/>
  <p:tag name="KSO_WM_UNIT_LAYERLEVEL" val="1"/>
  <p:tag name="KSO_WM_TAG_VERSION" val="3.0"/>
  <p:tag name="KSO_WM_BEAUTIFY_FLAG" val="#wm#"/>
  <p:tag name="KSO_WM_UNIT_SUBTYPE" val="a"/>
  <p:tag name="KSO_WM_UNIT_NOCLEAR" val="0"/>
  <p:tag name="KSO_WM_UNIT_VALUE" val="330"/>
  <p:tag name="KSO_WM_UNIT_TYPE" val="f"/>
  <p:tag name="KSO_WM_UNIT_INDEX" val="1"/>
  <p:tag name="KSO_WM_UNIT_PRESET_TEXT" val="单击此处添加文本"/>
  <p:tag name="KSO_WM_UNIT_TEXT_TYPE" val="1"/>
</p:tagLst>
</file>

<file path=ppt/tags/tag95.xml><?xml version="1.0" encoding="utf-8"?>
<p:tagLst xmlns:p="http://schemas.openxmlformats.org/presentationml/2006/main">
  <p:tag name="KSO_WM_SLIDE_ID" val="custom20233105_8"/>
  <p:tag name="KSO_WM_TEMPLATE_SUBCATEGORY" val="29"/>
  <p:tag name="KSO_WM_TEMPLATE_MASTER_TYPE" val="0"/>
  <p:tag name="KSO_WM_TEMPLATE_COLOR_TYPE" val="0"/>
  <p:tag name="KSO_WM_SLIDE_ITEM_CNT" val="0"/>
  <p:tag name="KSO_WM_SLIDE_INDEX" val="8"/>
  <p:tag name="KSO_WM_TAG_VERSION" val="3.0"/>
  <p:tag name="KSO_WM_BEAUTIFY_FLAG" val="#wm#"/>
  <p:tag name="KSO_WM_TEMPLATE_CATEGORY" val="custom"/>
  <p:tag name="KSO_WM_TEMPLATE_INDEX" val="20233105"/>
  <p:tag name="KSO_WM_SLIDE_TYPE" val="text"/>
  <p:tag name="KSO_WM_SLIDE_SUBTYPE" val="pureTxt"/>
  <p:tag name="KSO_WM_SLIDE_SIZE" val="850*457"/>
  <p:tag name="KSO_WM_SLIDE_POSITION" val="54*28"/>
  <p:tag name="KSO_WM_SLIDE_LAYOUT" val="a_f"/>
  <p:tag name="KSO_WM_SLIDE_LAYOUT_CNT" val="1_1"/>
</p:tagLst>
</file>

<file path=ppt/tags/tag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a*1"/>
  <p:tag name="KSO_WM_TEMPLATE_CATEGORY" val="custom"/>
  <p:tag name="KSO_WM_TEMPLATE_INDEX" val="20233105"/>
  <p:tag name="KSO_WM_UNIT_LAYERLEVEL" val="1"/>
  <p:tag name="KSO_WM_TAG_VERSION" val="3.0"/>
  <p:tag name="KSO_WM_BEAUTIFY_FLAG" val="#wm#"/>
  <p:tag name="KSO_WM_UNIT_ISCONTENTSTITLE" val="0"/>
  <p:tag name="KSO_WM_UNIT_ISNUMDGMTITLE" val="0"/>
  <p:tag name="KSO_WM_UNIT_NOCLEAR" val="0"/>
  <p:tag name="KSO_WM_UNIT_VALUE" val="20"/>
  <p:tag name="KSO_WM_UNIT_TYPE" val="a"/>
  <p:tag name="KSO_WM_UNIT_INDEX" val="1"/>
  <p:tag name="KSO_WM_UNIT_PRESET_TEXT" val="单击此处添加标题"/>
  <p:tag name="KSO_WM_UNIT_TEXT_TYPE" val="1"/>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f*1"/>
  <p:tag name="KSO_WM_TEMPLATE_CATEGORY" val="custom"/>
  <p:tag name="KSO_WM_TEMPLATE_INDEX" val="20233105"/>
  <p:tag name="KSO_WM_UNIT_LAYERLEVEL" val="1"/>
  <p:tag name="KSO_WM_TAG_VERSION" val="3.0"/>
  <p:tag name="KSO_WM_BEAUTIFY_FLAG" val="#wm#"/>
  <p:tag name="KSO_WM_UNIT_SUBTYPE" val="a"/>
  <p:tag name="KSO_WM_UNIT_NOCLEAR" val="0"/>
  <p:tag name="KSO_WM_UNIT_VALUE" val="330"/>
  <p:tag name="KSO_WM_UNIT_TYPE" val="f"/>
  <p:tag name="KSO_WM_UNIT_INDEX" val="1"/>
  <p:tag name="KSO_WM_UNIT_PRESET_TEXT" val="单击此处添加文本"/>
  <p:tag name="KSO_WM_UNIT_TEXT_TYPE" val="1"/>
</p:tagLst>
</file>

<file path=ppt/tags/tag98.xml><?xml version="1.0" encoding="utf-8"?>
<p:tagLst xmlns:p="http://schemas.openxmlformats.org/presentationml/2006/main">
  <p:tag name="KSO_WM_SLIDE_ID" val="custom20233105_8"/>
  <p:tag name="KSO_WM_TEMPLATE_SUBCATEGORY" val="29"/>
  <p:tag name="KSO_WM_TEMPLATE_MASTER_TYPE" val="0"/>
  <p:tag name="KSO_WM_TEMPLATE_COLOR_TYPE" val="0"/>
  <p:tag name="KSO_WM_SLIDE_ITEM_CNT" val="0"/>
  <p:tag name="KSO_WM_SLIDE_INDEX" val="8"/>
  <p:tag name="KSO_WM_TAG_VERSION" val="3.0"/>
  <p:tag name="KSO_WM_BEAUTIFY_FLAG" val="#wm#"/>
  <p:tag name="KSO_WM_TEMPLATE_CATEGORY" val="custom"/>
  <p:tag name="KSO_WM_TEMPLATE_INDEX" val="20233105"/>
  <p:tag name="KSO_WM_SLIDE_TYPE" val="text"/>
  <p:tag name="KSO_WM_SLIDE_SUBTYPE" val="pureTxt"/>
  <p:tag name="KSO_WM_SLIDE_SIZE" val="850*457"/>
  <p:tag name="KSO_WM_SLIDE_POSITION" val="54*28"/>
  <p:tag name="KSO_WM_SLIDE_LAYOUT" val="a_f"/>
  <p:tag name="KSO_WM_SLIDE_LAYOUT_CNT" val="1_1"/>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a*1"/>
  <p:tag name="KSO_WM_TEMPLATE_CATEGORY" val="custom"/>
  <p:tag name="KSO_WM_TEMPLATE_INDEX" val="20233105"/>
  <p:tag name="KSO_WM_UNIT_LAYERLEVEL" val="1"/>
  <p:tag name="KSO_WM_TAG_VERSION" val="3.0"/>
  <p:tag name="KSO_WM_BEAUTIFY_FLAG" val="#wm#"/>
  <p:tag name="KSO_WM_UNIT_ISCONTENTSTITLE" val="0"/>
  <p:tag name="KSO_WM_UNIT_ISNUMDGMTITLE" val="0"/>
  <p:tag name="KSO_WM_UNIT_NOCLEAR" val="0"/>
  <p:tag name="KSO_WM_UNIT_VALUE" val="20"/>
  <p:tag name="KSO_WM_UNIT_TYPE" val="a"/>
  <p:tag name="KSO_WM_UNIT_INDEX" val="1"/>
  <p:tag name="KSO_WM_UNIT_PRESET_TEXT" val="单击此处添加标题"/>
  <p:tag name="KSO_WM_UNIT_TEXT_TYPE" val="1"/>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f*1"/>
  <p:tag name="KSO_WM_TEMPLATE_CATEGORY" val="custom"/>
  <p:tag name="KSO_WM_TEMPLATE_INDEX" val="20233105"/>
  <p:tag name="KSO_WM_UNIT_LAYERLEVEL" val="1"/>
  <p:tag name="KSO_WM_TAG_VERSION" val="3.0"/>
  <p:tag name="KSO_WM_BEAUTIFY_FLAG" val="#wm#"/>
  <p:tag name="KSO_WM_UNIT_SUBTYPE" val="a"/>
  <p:tag name="KSO_WM_UNIT_NOCLEAR" val="0"/>
  <p:tag name="KSO_WM_UNIT_VALUE" val="330"/>
  <p:tag name="KSO_WM_UNIT_TYPE" val="f"/>
  <p:tag name="KSO_WM_UNIT_INDEX" val="1"/>
  <p:tag name="KSO_WM_UNIT_PRESET_TEXT" val="单击此处添加文本"/>
  <p:tag name="KSO_WM_UNIT_TEXT_TYPE" val="1"/>
</p:tagLst>
</file>

<file path=ppt/tags/tag101.xml><?xml version="1.0" encoding="utf-8"?>
<p:tagLst xmlns:p="http://schemas.openxmlformats.org/presentationml/2006/main">
  <p:tag name="KSO_WM_SLIDE_ID" val="custom20233105_8"/>
  <p:tag name="KSO_WM_TEMPLATE_SUBCATEGORY" val="29"/>
  <p:tag name="KSO_WM_TEMPLATE_MASTER_TYPE" val="0"/>
  <p:tag name="KSO_WM_TEMPLATE_COLOR_TYPE" val="0"/>
  <p:tag name="KSO_WM_SLIDE_ITEM_CNT" val="0"/>
  <p:tag name="KSO_WM_SLIDE_INDEX" val="8"/>
  <p:tag name="KSO_WM_TAG_VERSION" val="3.0"/>
  <p:tag name="KSO_WM_BEAUTIFY_FLAG" val="#wm#"/>
  <p:tag name="KSO_WM_TEMPLATE_CATEGORY" val="custom"/>
  <p:tag name="KSO_WM_TEMPLATE_INDEX" val="20233105"/>
  <p:tag name="KSO_WM_SLIDE_TYPE" val="text"/>
  <p:tag name="KSO_WM_SLIDE_SUBTYPE" val="pureTxt"/>
  <p:tag name="KSO_WM_SLIDE_SIZE" val="850*457"/>
  <p:tag name="KSO_WM_SLIDE_POSITION" val="54*28"/>
  <p:tag name="KSO_WM_SLIDE_LAYOUT" val="a_f"/>
  <p:tag name="KSO_WM_SLIDE_LAYOUT_CNT" val="1_1"/>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a*1"/>
  <p:tag name="KSO_WM_TEMPLATE_CATEGORY" val="custom"/>
  <p:tag name="KSO_WM_TEMPLATE_INDEX" val="20233105"/>
  <p:tag name="KSO_WM_UNIT_LAYERLEVEL" val="1"/>
  <p:tag name="KSO_WM_TAG_VERSION" val="3.0"/>
  <p:tag name="KSO_WM_BEAUTIFY_FLAG" val="#wm#"/>
  <p:tag name="KSO_WM_UNIT_ISCONTENTSTITLE" val="0"/>
  <p:tag name="KSO_WM_UNIT_ISNUMDGMTITLE" val="0"/>
  <p:tag name="KSO_WM_UNIT_NOCLEAR" val="0"/>
  <p:tag name="KSO_WM_UNIT_VALUE" val="20"/>
  <p:tag name="KSO_WM_UNIT_TYPE" val="a"/>
  <p:tag name="KSO_WM_UNIT_INDEX" val="1"/>
  <p:tag name="KSO_WM_UNIT_PRESET_TEXT" val="单击此处添加标题"/>
  <p:tag name="KSO_WM_UNIT_TEXT_TYPE" val="1"/>
</p:tagLst>
</file>

<file path=ppt/tags/tag1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f*1"/>
  <p:tag name="KSO_WM_TEMPLATE_CATEGORY" val="custom"/>
  <p:tag name="KSO_WM_TEMPLATE_INDEX" val="20233105"/>
  <p:tag name="KSO_WM_UNIT_LAYERLEVEL" val="1"/>
  <p:tag name="KSO_WM_TAG_VERSION" val="3.0"/>
  <p:tag name="KSO_WM_BEAUTIFY_FLAG" val="#wm#"/>
  <p:tag name="KSO_WM_UNIT_SUBTYPE" val="a"/>
  <p:tag name="KSO_WM_UNIT_NOCLEAR" val="0"/>
  <p:tag name="KSO_WM_UNIT_VALUE" val="330"/>
  <p:tag name="KSO_WM_UNIT_TYPE" val="f"/>
  <p:tag name="KSO_WM_UNIT_INDEX" val="1"/>
  <p:tag name="KSO_WM_UNIT_PRESET_TEXT" val="单击此处添加文本"/>
  <p:tag name="KSO_WM_UNIT_TEXT_TYPE" val="1"/>
</p:tagLst>
</file>

<file path=ppt/tags/tag104.xml><?xml version="1.0" encoding="utf-8"?>
<p:tagLst xmlns:p="http://schemas.openxmlformats.org/presentationml/2006/main">
  <p:tag name="KSO_WM_SLIDE_ID" val="custom20233105_8"/>
  <p:tag name="KSO_WM_TEMPLATE_SUBCATEGORY" val="29"/>
  <p:tag name="KSO_WM_TEMPLATE_MASTER_TYPE" val="0"/>
  <p:tag name="KSO_WM_TEMPLATE_COLOR_TYPE" val="0"/>
  <p:tag name="KSO_WM_SLIDE_ITEM_CNT" val="0"/>
  <p:tag name="KSO_WM_SLIDE_INDEX" val="8"/>
  <p:tag name="KSO_WM_TAG_VERSION" val="3.0"/>
  <p:tag name="KSO_WM_BEAUTIFY_FLAG" val="#wm#"/>
  <p:tag name="KSO_WM_TEMPLATE_CATEGORY" val="custom"/>
  <p:tag name="KSO_WM_TEMPLATE_INDEX" val="20233105"/>
  <p:tag name="KSO_WM_SLIDE_TYPE" val="text"/>
  <p:tag name="KSO_WM_SLIDE_SUBTYPE" val="pureTxt"/>
  <p:tag name="KSO_WM_SLIDE_SIZE" val="850*457"/>
  <p:tag name="KSO_WM_SLIDE_POSITION" val="54*28"/>
  <p:tag name="KSO_WM_SLIDE_LAYOUT" val="a_f"/>
  <p:tag name="KSO_WM_SLIDE_LAYOUT_CNT" val="1_1"/>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a*1"/>
  <p:tag name="KSO_WM_TEMPLATE_CATEGORY" val="custom"/>
  <p:tag name="KSO_WM_TEMPLATE_INDEX" val="20233105"/>
  <p:tag name="KSO_WM_UNIT_LAYERLEVEL" val="1"/>
  <p:tag name="KSO_WM_TAG_VERSION" val="3.0"/>
  <p:tag name="KSO_WM_BEAUTIFY_FLAG" val="#wm#"/>
  <p:tag name="KSO_WM_UNIT_ISCONTENTSTITLE" val="0"/>
  <p:tag name="KSO_WM_UNIT_ISNUMDGMTITLE" val="0"/>
  <p:tag name="KSO_WM_UNIT_NOCLEAR" val="0"/>
  <p:tag name="KSO_WM_UNIT_VALUE" val="20"/>
  <p:tag name="KSO_WM_UNIT_TYPE" val="a"/>
  <p:tag name="KSO_WM_UNIT_INDEX" val="1"/>
  <p:tag name="KSO_WM_UNIT_PRESET_TEXT" val="单击此处添加标题"/>
  <p:tag name="KSO_WM_UNIT_TEXT_TYPE" val="1"/>
</p:tagLst>
</file>

<file path=ppt/tags/tag1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f*1"/>
  <p:tag name="KSO_WM_TEMPLATE_CATEGORY" val="custom"/>
  <p:tag name="KSO_WM_TEMPLATE_INDEX" val="20233105"/>
  <p:tag name="KSO_WM_UNIT_LAYERLEVEL" val="1"/>
  <p:tag name="KSO_WM_TAG_VERSION" val="3.0"/>
  <p:tag name="KSO_WM_BEAUTIFY_FLAG" val="#wm#"/>
  <p:tag name="KSO_WM_UNIT_SUBTYPE" val="a"/>
  <p:tag name="KSO_WM_UNIT_NOCLEAR" val="0"/>
  <p:tag name="KSO_WM_UNIT_VALUE" val="330"/>
  <p:tag name="KSO_WM_UNIT_TYPE" val="f"/>
  <p:tag name="KSO_WM_UNIT_INDEX" val="1"/>
  <p:tag name="KSO_WM_UNIT_PRESET_TEXT" val="单击此处添加文本"/>
  <p:tag name="KSO_WM_UNIT_TEXT_TYPE" val="1"/>
</p:tagLst>
</file>

<file path=ppt/tags/tag107.xml><?xml version="1.0" encoding="utf-8"?>
<p:tagLst xmlns:p="http://schemas.openxmlformats.org/presentationml/2006/main">
  <p:tag name="KSO_WM_SLIDE_ID" val="custom20233105_8"/>
  <p:tag name="KSO_WM_TEMPLATE_SUBCATEGORY" val="29"/>
  <p:tag name="KSO_WM_TEMPLATE_MASTER_TYPE" val="0"/>
  <p:tag name="KSO_WM_TEMPLATE_COLOR_TYPE" val="0"/>
  <p:tag name="KSO_WM_SLIDE_ITEM_CNT" val="0"/>
  <p:tag name="KSO_WM_SLIDE_INDEX" val="8"/>
  <p:tag name="KSO_WM_TAG_VERSION" val="3.0"/>
  <p:tag name="KSO_WM_BEAUTIFY_FLAG" val="#wm#"/>
  <p:tag name="KSO_WM_TEMPLATE_CATEGORY" val="custom"/>
  <p:tag name="KSO_WM_TEMPLATE_INDEX" val="20233105"/>
  <p:tag name="KSO_WM_SLIDE_TYPE" val="text"/>
  <p:tag name="KSO_WM_SLIDE_SUBTYPE" val="pureTxt"/>
  <p:tag name="KSO_WM_SLIDE_SIZE" val="850*457"/>
  <p:tag name="KSO_WM_SLIDE_POSITION" val="54*28"/>
  <p:tag name="KSO_WM_SLIDE_LAYOUT" val="a_f"/>
  <p:tag name="KSO_WM_SLIDE_LAYOUT_CNT" val="1_1"/>
</p:tagLst>
</file>

<file path=ppt/tags/tag1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a*1"/>
  <p:tag name="KSO_WM_TEMPLATE_CATEGORY" val="custom"/>
  <p:tag name="KSO_WM_TEMPLATE_INDEX" val="20233105"/>
  <p:tag name="KSO_WM_UNIT_LAYERLEVEL" val="1"/>
  <p:tag name="KSO_WM_TAG_VERSION" val="3.0"/>
  <p:tag name="KSO_WM_BEAUTIFY_FLAG" val="#wm#"/>
  <p:tag name="KSO_WM_UNIT_ISCONTENTSTITLE" val="0"/>
  <p:tag name="KSO_WM_UNIT_ISNUMDGMTITLE" val="0"/>
  <p:tag name="KSO_WM_UNIT_NOCLEAR" val="0"/>
  <p:tag name="KSO_WM_UNIT_VALUE" val="20"/>
  <p:tag name="KSO_WM_UNIT_TYPE" val="a"/>
  <p:tag name="KSO_WM_UNIT_INDEX" val="1"/>
  <p:tag name="KSO_WM_UNIT_PRESET_TEXT" val="单击此处添加标题"/>
  <p:tag name="KSO_WM_UNIT_TEXT_TYPE" val="1"/>
</p:tagLst>
</file>

<file path=ppt/tags/tag109.xml><?xml version="1.0" encoding="utf-8"?>
<p:tagLst xmlns:p="http://schemas.openxmlformats.org/presentationml/2006/main">
  <p:tag name="TABLE_ENDDRAG_ORIGIN_RECT" val="837*106"/>
  <p:tag name="TABLE_ENDDRAG_RECT" val="54*183*838*106"/>
</p:tagLst>
</file>

<file path=ppt/tags/tag110.xml><?xml version="1.0" encoding="utf-8"?>
<p:tagLst xmlns:p="http://schemas.openxmlformats.org/presentationml/2006/main">
  <p:tag name="KSO_WM_SLIDE_ID" val="custom20233105_8"/>
  <p:tag name="KSO_WM_TEMPLATE_SUBCATEGORY" val="29"/>
  <p:tag name="KSO_WM_TEMPLATE_MASTER_TYPE" val="0"/>
  <p:tag name="KSO_WM_TEMPLATE_COLOR_TYPE" val="0"/>
  <p:tag name="KSO_WM_SLIDE_ITEM_CNT" val="0"/>
  <p:tag name="KSO_WM_SLIDE_INDEX" val="8"/>
  <p:tag name="KSO_WM_TAG_VERSION" val="3.0"/>
  <p:tag name="KSO_WM_BEAUTIFY_FLAG" val="#wm#"/>
  <p:tag name="KSO_WM_TEMPLATE_CATEGORY" val="custom"/>
  <p:tag name="KSO_WM_TEMPLATE_INDEX" val="20233105"/>
  <p:tag name="KSO_WM_SLIDE_TYPE" val="text"/>
  <p:tag name="KSO_WM_SLIDE_SUBTYPE" val="pureTxt"/>
  <p:tag name="KSO_WM_SLIDE_SIZE" val="850*457"/>
  <p:tag name="KSO_WM_SLIDE_POSITION" val="54*28"/>
  <p:tag name="KSO_WM_SLIDE_LAYOUT" val="a_f"/>
  <p:tag name="KSO_WM_SLIDE_LAYOUT_CNT" val="1_1"/>
</p:tagLst>
</file>

<file path=ppt/tags/tag1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a*1"/>
  <p:tag name="KSO_WM_TEMPLATE_CATEGORY" val="custom"/>
  <p:tag name="KSO_WM_TEMPLATE_INDEX" val="20233105"/>
  <p:tag name="KSO_WM_UNIT_LAYERLEVEL" val="1"/>
  <p:tag name="KSO_WM_TAG_VERSION" val="3.0"/>
  <p:tag name="KSO_WM_BEAUTIFY_FLAG" val="#wm#"/>
  <p:tag name="KSO_WM_UNIT_ISCONTENTSTITLE" val="0"/>
  <p:tag name="KSO_WM_UNIT_ISNUMDGMTITLE" val="0"/>
  <p:tag name="KSO_WM_UNIT_NOCLEAR" val="0"/>
  <p:tag name="KSO_WM_UNIT_VALUE" val="20"/>
  <p:tag name="KSO_WM_UNIT_TYPE" val="a"/>
  <p:tag name="KSO_WM_UNIT_INDEX" val="1"/>
  <p:tag name="KSO_WM_UNIT_PRESET_TEXT" val="单击此处添加标题"/>
  <p:tag name="KSO_WM_UNIT_TEXT_TYPE" val="1"/>
</p:tagLst>
</file>

<file path=ppt/tags/tag112.xml><?xml version="1.0" encoding="utf-8"?>
<p:tagLst xmlns:p="http://schemas.openxmlformats.org/presentationml/2006/main">
  <p:tag name="KSO_WM_SLIDE_ID" val="custom20233105_8"/>
  <p:tag name="KSO_WM_TEMPLATE_SUBCATEGORY" val="29"/>
  <p:tag name="KSO_WM_TEMPLATE_MASTER_TYPE" val="0"/>
  <p:tag name="KSO_WM_TEMPLATE_COLOR_TYPE" val="0"/>
  <p:tag name="KSO_WM_SLIDE_ITEM_CNT" val="0"/>
  <p:tag name="KSO_WM_SLIDE_INDEX" val="8"/>
  <p:tag name="KSO_WM_TAG_VERSION" val="3.0"/>
  <p:tag name="KSO_WM_BEAUTIFY_FLAG" val="#wm#"/>
  <p:tag name="KSO_WM_TEMPLATE_CATEGORY" val="custom"/>
  <p:tag name="KSO_WM_TEMPLATE_INDEX" val="20233105"/>
  <p:tag name="KSO_WM_SLIDE_TYPE" val="text"/>
  <p:tag name="KSO_WM_SLIDE_SUBTYPE" val="pureTxt"/>
  <p:tag name="KSO_WM_SLIDE_SIZE" val="850*457"/>
  <p:tag name="KSO_WM_SLIDE_POSITION" val="54*28"/>
  <p:tag name="KSO_WM_SLIDE_LAYOUT" val="a_f"/>
  <p:tag name="KSO_WM_SLIDE_LAYOUT_CNT" val="1_1"/>
</p:tagLst>
</file>

<file path=ppt/tags/tag1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a*1"/>
  <p:tag name="KSO_WM_TEMPLATE_CATEGORY" val="custom"/>
  <p:tag name="KSO_WM_TEMPLATE_INDEX" val="20233105"/>
  <p:tag name="KSO_WM_UNIT_LAYERLEVEL" val="1"/>
  <p:tag name="KSO_WM_TAG_VERSION" val="3.0"/>
  <p:tag name="KSO_WM_BEAUTIFY_FLAG" val="#wm#"/>
  <p:tag name="KSO_WM_UNIT_ISCONTENTSTITLE" val="0"/>
  <p:tag name="KSO_WM_UNIT_ISNUMDGMTITLE" val="0"/>
  <p:tag name="KSO_WM_UNIT_NOCLEAR" val="0"/>
  <p:tag name="KSO_WM_UNIT_VALUE" val="20"/>
  <p:tag name="KSO_WM_UNIT_TYPE" val="a"/>
  <p:tag name="KSO_WM_UNIT_INDEX" val="1"/>
  <p:tag name="KSO_WM_UNIT_PRESET_TEXT" val="单击此处添加标题"/>
  <p:tag name="KSO_WM_UNIT_TEXT_TYPE" val="1"/>
</p:tagLst>
</file>

<file path=ppt/tags/tag114.xml><?xml version="1.0" encoding="utf-8"?>
<p:tagLst xmlns:p="http://schemas.openxmlformats.org/presentationml/2006/main">
  <p:tag name="TABLE_ENDDRAG_ORIGIN_RECT" val="842*362"/>
  <p:tag name="TABLE_ENDDRAG_RECT" val="26*102*842*362"/>
</p:tagLst>
</file>

<file path=ppt/tags/tag115.xml><?xml version="1.0" encoding="utf-8"?>
<p:tagLst xmlns:p="http://schemas.openxmlformats.org/presentationml/2006/main">
  <p:tag name="KSO_WM_SLIDE_ID" val="custom20233105_8"/>
  <p:tag name="KSO_WM_TEMPLATE_SUBCATEGORY" val="29"/>
  <p:tag name="KSO_WM_TEMPLATE_MASTER_TYPE" val="0"/>
  <p:tag name="KSO_WM_TEMPLATE_COLOR_TYPE" val="0"/>
  <p:tag name="KSO_WM_SLIDE_ITEM_CNT" val="0"/>
  <p:tag name="KSO_WM_SLIDE_INDEX" val="8"/>
  <p:tag name="KSO_WM_TAG_VERSION" val="3.0"/>
  <p:tag name="KSO_WM_BEAUTIFY_FLAG" val="#wm#"/>
  <p:tag name="KSO_WM_TEMPLATE_CATEGORY" val="custom"/>
  <p:tag name="KSO_WM_TEMPLATE_INDEX" val="20233105"/>
  <p:tag name="KSO_WM_SLIDE_TYPE" val="text"/>
  <p:tag name="KSO_WM_SLIDE_SUBTYPE" val="pureTxt"/>
  <p:tag name="KSO_WM_SLIDE_SIZE" val="850*457"/>
  <p:tag name="KSO_WM_SLIDE_POSITION" val="54*28"/>
  <p:tag name="KSO_WM_SLIDE_LAYOUT" val="a_f"/>
  <p:tag name="KSO_WM_SLIDE_LAYOUT_CNT" val="1_1"/>
</p:tagLst>
</file>

<file path=ppt/tags/tag1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8*a*1"/>
  <p:tag name="KSO_WM_TEMPLATE_CATEGORY" val="custom"/>
  <p:tag name="KSO_WM_TEMPLATE_INDEX" val="20233105"/>
  <p:tag name="KSO_WM_UNIT_LAYERLEVEL" val="1"/>
  <p:tag name="KSO_WM_TAG_VERSION" val="3.0"/>
  <p:tag name="KSO_WM_BEAUTIFY_FLAG" val="#wm#"/>
  <p:tag name="KSO_WM_UNIT_ISCONTENTSTITLE" val="0"/>
  <p:tag name="KSO_WM_UNIT_ISNUMDGMTITLE" val="0"/>
  <p:tag name="KSO_WM_UNIT_NOCLEAR" val="0"/>
  <p:tag name="KSO_WM_UNIT_VALUE" val="20"/>
  <p:tag name="KSO_WM_UNIT_TYPE" val="a"/>
  <p:tag name="KSO_WM_UNIT_INDEX" val="1"/>
  <p:tag name="KSO_WM_UNIT_PRESET_TEXT" val="单击此处添加标题"/>
  <p:tag name="KSO_WM_UNIT_TEXT_TYPE" val="1"/>
</p:tagLst>
</file>

<file path=ppt/tags/tag117.xml><?xml version="1.0" encoding="utf-8"?>
<p:tagLst xmlns:p="http://schemas.openxmlformats.org/presentationml/2006/main">
  <p:tag name="KSO_WM_SLIDE_ID" val="custom20233105_8"/>
  <p:tag name="KSO_WM_TEMPLATE_SUBCATEGORY" val="29"/>
  <p:tag name="KSO_WM_TEMPLATE_MASTER_TYPE" val="0"/>
  <p:tag name="KSO_WM_TEMPLATE_COLOR_TYPE" val="0"/>
  <p:tag name="KSO_WM_SLIDE_ITEM_CNT" val="0"/>
  <p:tag name="KSO_WM_SLIDE_INDEX" val="8"/>
  <p:tag name="KSO_WM_TAG_VERSION" val="3.0"/>
  <p:tag name="KSO_WM_BEAUTIFY_FLAG" val="#wm#"/>
  <p:tag name="KSO_WM_TEMPLATE_CATEGORY" val="custom"/>
  <p:tag name="KSO_WM_TEMPLATE_INDEX" val="20233105"/>
  <p:tag name="KSO_WM_SLIDE_TYPE" val="text"/>
  <p:tag name="KSO_WM_SLIDE_SUBTYPE" val="pureTxt"/>
  <p:tag name="KSO_WM_SLIDE_SIZE" val="850*457"/>
  <p:tag name="KSO_WM_SLIDE_POSITION" val="54*28"/>
  <p:tag name="KSO_WM_SLIDE_LAYOUT" val="a_f"/>
  <p:tag name="KSO_WM_SLIDE_LAYOUT_CNT" val="1_1"/>
</p:tagLst>
</file>

<file path=ppt/tags/tag1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9*a*1"/>
  <p:tag name="KSO_WM_TEMPLATE_CATEGORY" val="custom"/>
  <p:tag name="KSO_WM_TEMPLATE_INDEX" val="20233105"/>
  <p:tag name="KSO_WM_UNIT_LAYERLEVEL" val="1"/>
  <p:tag name="KSO_WM_TAG_VERSION" val="3.0"/>
  <p:tag name="KSO_WM_BEAUTIFY_FLAG" val="#wm#"/>
  <p:tag name="KSO_WM_UNIT_ISCONTENTSTITLE" val="0"/>
  <p:tag name="KSO_WM_UNIT_ISNUMDGMTITLE" val="0"/>
  <p:tag name="KSO_WM_UNIT_NOCLEAR" val="1"/>
  <p:tag name="KSO_WM_UNIT_TYPE" val="a"/>
  <p:tag name="KSO_WM_UNIT_INDEX" val="1"/>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3105_9*f*4"/>
  <p:tag name="KSO_WM_TEMPLATE_CATEGORY" val="custom"/>
  <p:tag name="KSO_WM_TEMPLATE_INDEX" val="20233105"/>
  <p:tag name="KSO_WM_UNIT_LAYERLEVEL" val="1"/>
  <p:tag name="KSO_WM_TAG_VERSION" val="3.0"/>
  <p:tag name="KSO_WM_BEAUTIFY_FLAG" val="#wm#"/>
  <p:tag name="KSO_WM_UNIT_SUBTYPE" val="b"/>
  <p:tag name="KSO_WM_UNIT_NOCLEAR" val="0"/>
  <p:tag name="KSO_WM_UNIT_VALUE" val="8"/>
  <p:tag name="KSO_WM_UNIT_TYPE" val="f"/>
  <p:tag name="KSO_WM_UNIT_INDEX" val="4"/>
</p:tagLst>
</file>

<file path=ppt/tags/tag120.xml><?xml version="1.0" encoding="utf-8"?>
<p:tagLst xmlns:p="http://schemas.openxmlformats.org/presentationml/2006/main">
  <p:tag name="KSO_WM_SLIDE_ID" val="custom20233105_9"/>
  <p:tag name="KSO_WM_TEMPLATE_SUBCATEGORY" val="29"/>
  <p:tag name="KSO_WM_TEMPLATE_MASTER_TYPE" val="0"/>
  <p:tag name="KSO_WM_TEMPLATE_COLOR_TYPE" val="0"/>
  <p:tag name="KSO_WM_SLIDE_ITEM_CNT" val="0"/>
  <p:tag name="KSO_WM_SLIDE_INDEX" val="9"/>
  <p:tag name="KSO_WM_TAG_VERSION" val="3.0"/>
  <p:tag name="KSO_WM_BEAUTIFY_FLAG" val="#wm#"/>
  <p:tag name="KSO_WM_TEMPLATE_CATEGORY" val="custom"/>
  <p:tag name="KSO_WM_TEMPLATE_INDEX" val="20233105"/>
  <p:tag name="KSO_WM_SLIDE_TYPE" val="endPage"/>
  <p:tag name="KSO_WM_SLIDE_SUBTYPE" val="pureTxt"/>
  <p:tag name="KSO_WM_SLIDE_LAYOUT" val="a_f"/>
  <p:tag name="KSO_WM_SLIDE_LAYOUT_CNT" val="1_1"/>
</p:tagLst>
</file>

<file path=ppt/theme/theme1.xml><?xml version="1.0" encoding="utf-8"?>
<a:theme xmlns:a="http://schemas.openxmlformats.org/drawingml/2006/main" name="Office 主题​​">
  <a:themeElements>
    <a:clrScheme name="">
      <a:dk1>
        <a:srgbClr val="000000"/>
      </a:dk1>
      <a:lt1>
        <a:srgbClr val="FFFFFF"/>
      </a:lt1>
      <a:dk2>
        <a:srgbClr val="44546A"/>
      </a:dk2>
      <a:lt2>
        <a:srgbClr val="FFFFFF"/>
      </a:lt2>
      <a:accent1>
        <a:srgbClr val="776CFD"/>
      </a:accent1>
      <a:accent2>
        <a:srgbClr val="5D95F1"/>
      </a:accent2>
      <a:accent3>
        <a:srgbClr val="655BE6"/>
      </a:accent3>
      <a:accent4>
        <a:srgbClr val="6C95FD"/>
      </a:accent4>
      <a:accent5>
        <a:srgbClr val="64DCBF"/>
      </a:accent5>
      <a:accent6>
        <a:srgbClr val="33C2FF"/>
      </a:accent6>
      <a:hlink>
        <a:srgbClr val="658BD5"/>
      </a:hlink>
      <a:folHlink>
        <a:srgbClr val="A16AA5"/>
      </a:folHlink>
    </a:clrScheme>
    <a:fontScheme name="自定义 32">
      <a:majorFont>
        <a:latin typeface="微软雅黑"/>
        <a:ea typeface="微软雅黑"/>
        <a:cs typeface=""/>
      </a:majorFont>
      <a:minorFont>
        <a:latin typeface="微软雅黑"/>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dirty="0"/>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6220</Words>
  <Application>WPS Sheets</Application>
  <PresentationFormat>宽屏</PresentationFormat>
  <Paragraphs>193</Paragraphs>
  <Slides>14</Slides>
  <Notes>0</Notes>
  <HiddenSlides>0</HiddenSlides>
  <MMClips>0</MMClips>
  <ScaleCrop>false</ScaleCrop>
  <HeadingPairs>
    <vt:vector size="6" baseType="variant">
      <vt:variant>
        <vt:lpstr>已用的字体</vt:lpstr>
      </vt:variant>
      <vt:variant>
        <vt:i4>21</vt:i4>
      </vt:variant>
      <vt:variant>
        <vt:lpstr>主题</vt:lpstr>
      </vt:variant>
      <vt:variant>
        <vt:i4>1</vt:i4>
      </vt:variant>
      <vt:variant>
        <vt:lpstr>幻灯片标题</vt:lpstr>
      </vt:variant>
      <vt:variant>
        <vt:i4>14</vt:i4>
      </vt:variant>
    </vt:vector>
  </HeadingPairs>
  <TitlesOfParts>
    <vt:vector size="36" baseType="lpstr">
      <vt:lpstr>Arial</vt:lpstr>
      <vt:lpstr>SimSun</vt:lpstr>
      <vt:lpstr>Wingdings</vt:lpstr>
      <vt:lpstr>Microsoft YaHei</vt:lpstr>
      <vt:lpstr>汉仪旗黑</vt:lpstr>
      <vt:lpstr>HarmonyOS Sans SC</vt:lpstr>
      <vt:lpstr>+中文正文</vt:lpstr>
      <vt:lpstr>苹方-简</vt:lpstr>
      <vt:lpstr>Microsoft YaHei</vt:lpstr>
      <vt:lpstr>Arial Unicode MS</vt:lpstr>
      <vt:lpstr>SimSun</vt:lpstr>
      <vt:lpstr>汉仪书宋二KW</vt:lpstr>
      <vt:lpstr>OPPOSans M</vt:lpstr>
      <vt:lpstr>Thonburi</vt:lpstr>
      <vt:lpstr>宋体-简</vt:lpstr>
      <vt:lpstr>Calibri</vt:lpstr>
      <vt:lpstr>Helvetica Neue</vt:lpstr>
      <vt:lpstr>HarmonyOS Sans SC</vt:lpstr>
      <vt:lpstr>Microsoft YaHei</vt:lpstr>
      <vt:lpstr>OPPOSans M</vt:lpstr>
      <vt:lpstr>Microsoft YaHei</vt:lpstr>
      <vt:lpstr>Office 主题​​</vt:lpstr>
      <vt:lpstr>单击此处添加文档标题内容</vt:lpstr>
      <vt:lpstr>单击此处添加标题</vt:lpstr>
      <vt:lpstr>单击此处添加标题</vt:lpstr>
      <vt:lpstr>单击此处添加标题</vt:lpstr>
      <vt:lpstr>单击此处添加标题</vt:lpstr>
      <vt:lpstr>单击此处添加标题</vt:lpstr>
      <vt:lpstr>Analytic strategy</vt:lpstr>
      <vt:lpstr>Analytic strategy</vt:lpstr>
      <vt:lpstr>Descriptive and exploratory findings</vt:lpstr>
      <vt:lpstr>Analytic strategy</vt:lpstr>
      <vt:lpstr>Random Forest performance</vt:lpstr>
      <vt:lpstr>Analytic strategy</vt:lpstr>
      <vt:lpstr>Random Forest performance</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轩轩</cp:lastModifiedBy>
  <cp:revision>10</cp:revision>
  <dcterms:created xsi:type="dcterms:W3CDTF">2026-03-13T13:44:20Z</dcterms:created>
  <dcterms:modified xsi:type="dcterms:W3CDTF">2026-03-13T13:44:20Z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1033-12.1.24031.24031</vt:lpwstr>
  </property>
  <property fmtid="{D5CDD505-2E9C-101B-9397-08002B2CF9AE}" pid="3" name="ICV">
    <vt:lpwstr>F5E3EE909B3784428508B469FF8EDBE6_41</vt:lpwstr>
  </property>
</Properties>
</file>