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handoutMasterIdLst>
    <p:handoutMasterId r:id="rId18"/>
  </p:handoutMasterIdLst>
  <p:sldIdLst>
    <p:sldId id="257" r:id="rId3"/>
    <p:sldId id="260" r:id="rId4"/>
    <p:sldId id="278" r:id="rId5"/>
    <p:sldId id="279" r:id="rId6"/>
    <p:sldId id="280" r:id="rId7"/>
    <p:sldId id="281" r:id="rId8"/>
    <p:sldId id="282" r:id="rId9"/>
    <p:sldId id="283" r:id="rId10"/>
    <p:sldId id="286" r:id="rId11"/>
    <p:sldId id="284" r:id="rId12"/>
    <p:sldId id="287" r:id="rId13"/>
    <p:sldId id="285" r:id="rId14"/>
    <p:sldId id="288" r:id="rId15"/>
    <p:sldId id="277" r:id="rId16"/>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483810881" name="WPS_1679281038" initials="W" lastIdx="1" clrIdx="2"/>
  <p:cmAuthor id="1" name="123" initials="1"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59"/>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commentAuthors" Target="commentAuthors.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handoutMaster" Target="handoutMasters/handoutMaster1.xml"/><Relationship Id="rId17" Type="http://schemas.openxmlformats.org/officeDocument/2006/relationships/notesMaster" Target="notesMasters/notesMaster1.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22.xml"/><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tags" Target="../tags/tag30.xml"/><Relationship Id="rId8" Type="http://schemas.openxmlformats.org/officeDocument/2006/relationships/tags" Target="../tags/tag29.xml"/><Relationship Id="rId7" Type="http://schemas.openxmlformats.org/officeDocument/2006/relationships/tags" Target="../tags/tag28.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0" Type="http://schemas.openxmlformats.org/officeDocument/2006/relationships/tags" Target="../tags/tag31.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45.xml"/><Relationship Id="rId8" Type="http://schemas.openxmlformats.org/officeDocument/2006/relationships/tags" Target="../tags/tag44.xml"/><Relationship Id="rId7" Type="http://schemas.openxmlformats.org/officeDocument/2006/relationships/tags" Target="../tags/tag43.xml"/><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5" Type="http://schemas.openxmlformats.org/officeDocument/2006/relationships/tags" Target="../tags/tag56.xml"/><Relationship Id="rId4" Type="http://schemas.openxmlformats.org/officeDocument/2006/relationships/tags" Target="../tags/tag55.xml"/><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69.xml"/><Relationship Id="rId8" Type="http://schemas.openxmlformats.org/officeDocument/2006/relationships/tags" Target="../tags/tag68.xml"/><Relationship Id="rId7" Type="http://schemas.openxmlformats.org/officeDocument/2006/relationships/tags" Target="../tags/tag67.xml"/><Relationship Id="rId6" Type="http://schemas.openxmlformats.org/officeDocument/2006/relationships/tags" Target="../tags/tag66.xml"/><Relationship Id="rId5" Type="http://schemas.openxmlformats.org/officeDocument/2006/relationships/tags" Target="../tags/tag65.xml"/><Relationship Id="rId4" Type="http://schemas.openxmlformats.org/officeDocument/2006/relationships/tags" Target="../tags/tag64.xml"/><Relationship Id="rId3" Type="http://schemas.openxmlformats.org/officeDocument/2006/relationships/tags" Target="../tags/tag63.xml"/><Relationship Id="rId2" Type="http://schemas.openxmlformats.org/officeDocument/2006/relationships/tags" Target="../tags/tag62.xml"/><Relationship Id="rId11" Type="http://schemas.openxmlformats.org/officeDocument/2006/relationships/tags" Target="../tags/tag71.xml"/><Relationship Id="rId10" Type="http://schemas.openxmlformats.org/officeDocument/2006/relationships/tags" Target="../tags/tag70.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8" name="@path_Ellipse 9 (Stroke)-2050&amp;12778"/>
          <p:cNvSpPr/>
          <p:nvPr userDrawn="1">
            <p:custDataLst>
              <p:tags r:id="rId2"/>
            </p:custDataLst>
          </p:nvPr>
        </p:nvSpPr>
        <p:spPr>
          <a:xfrm>
            <a:off x="9144000" y="0"/>
            <a:ext cx="3044952" cy="4014216"/>
          </a:xfrm>
          <a:custGeom>
            <a:avLst/>
            <a:gdLst/>
            <a:ahLst/>
            <a:cxnLst/>
            <a:rect l="l" t="t" r="r" b="b"/>
            <a:pathLst>
              <a:path w="3044952" h="4014216">
                <a:moveTo>
                  <a:pt x="694944" y="0"/>
                </a:moveTo>
                <a:cubicBezTo>
                  <a:pt x="576072" y="301752"/>
                  <a:pt x="512064" y="621792"/>
                  <a:pt x="512064" y="969264"/>
                </a:cubicBezTo>
                <a:cubicBezTo>
                  <a:pt x="512064" y="2368296"/>
                  <a:pt x="1645920" y="3502152"/>
                  <a:pt x="3044952" y="3502152"/>
                </a:cubicBezTo>
                <a:lnTo>
                  <a:pt x="3044952" y="4014216"/>
                </a:lnTo>
                <a:cubicBezTo>
                  <a:pt x="1362456" y="4014216"/>
                  <a:pt x="0" y="2651760"/>
                  <a:pt x="0" y="969264"/>
                </a:cubicBezTo>
                <a:cubicBezTo>
                  <a:pt x="0" y="630936"/>
                  <a:pt x="54864" y="301752"/>
                  <a:pt x="155448" y="0"/>
                </a:cubicBezTo>
                <a:lnTo>
                  <a:pt x="694944" y="0"/>
                </a:lnTo>
              </a:path>
            </a:pathLst>
          </a:custGeom>
          <a:solidFill>
            <a:schemeClr val="accent1">
              <a:alpha val="10000"/>
            </a:schemeClr>
          </a:solidFill>
        </p:spPr>
        <p:txBody>
          <a:bodyPr/>
          <a:lstStyle/>
          <a:p>
            <a:endParaRPr lang="zh-CN" altLang="en-US"/>
          </a:p>
        </p:txBody>
      </p:sp>
      <p:sp>
        <p:nvSpPr>
          <p:cNvPr id="9" name="Ellipse 3 (Stroke)_#color-2050&amp;12715"/>
          <p:cNvSpPr/>
          <p:nvPr userDrawn="1">
            <p:custDataLst>
              <p:tags r:id="rId3"/>
            </p:custDataLst>
          </p:nvPr>
        </p:nvSpPr>
        <p:spPr>
          <a:xfrm>
            <a:off x="6184392" y="1938528"/>
            <a:ext cx="6007608" cy="4919472"/>
          </a:xfrm>
          <a:custGeom>
            <a:avLst/>
            <a:gdLst/>
            <a:ahLst/>
            <a:cxnLst/>
            <a:rect l="l" t="t" r="r" b="b"/>
            <a:pathLst>
              <a:path w="6007608" h="4919472">
                <a:moveTo>
                  <a:pt x="6007608" y="640080"/>
                </a:moveTo>
                <a:cubicBezTo>
                  <a:pt x="5394960" y="237744"/>
                  <a:pt x="4663440" y="0"/>
                  <a:pt x="3877056" y="0"/>
                </a:cubicBezTo>
                <a:cubicBezTo>
                  <a:pt x="1737360" y="0"/>
                  <a:pt x="0" y="1737360"/>
                  <a:pt x="0" y="3877056"/>
                </a:cubicBezTo>
                <a:cubicBezTo>
                  <a:pt x="0" y="4233672"/>
                  <a:pt x="45720" y="4581144"/>
                  <a:pt x="137160" y="4919472"/>
                </a:cubicBezTo>
                <a:lnTo>
                  <a:pt x="676656" y="4919472"/>
                </a:lnTo>
                <a:cubicBezTo>
                  <a:pt x="566928" y="4590288"/>
                  <a:pt x="512064" y="4233672"/>
                  <a:pt x="512064" y="3877056"/>
                </a:cubicBezTo>
                <a:cubicBezTo>
                  <a:pt x="512064" y="2011680"/>
                  <a:pt x="2011680" y="512064"/>
                  <a:pt x="3877056" y="512064"/>
                </a:cubicBezTo>
                <a:cubicBezTo>
                  <a:pt x="4681728" y="512064"/>
                  <a:pt x="5422392" y="795528"/>
                  <a:pt x="6007608" y="1271016"/>
                </a:cubicBezTo>
                <a:lnTo>
                  <a:pt x="6007608" y="640080"/>
                </a:lnTo>
              </a:path>
            </a:pathLst>
          </a:custGeom>
          <a:solidFill>
            <a:schemeClr val="accent1"/>
          </a:solidFill>
        </p:spPr>
      </p:sp>
      <p:sp>
        <p:nvSpPr>
          <p:cNvPr id="11" name="Ellipse 8 (Stroke)_#color-2050&amp;12718"/>
          <p:cNvSpPr/>
          <p:nvPr userDrawn="1">
            <p:custDataLst>
              <p:tags r:id="rId4"/>
            </p:custDataLst>
          </p:nvPr>
        </p:nvSpPr>
        <p:spPr>
          <a:xfrm>
            <a:off x="5312664" y="4581144"/>
            <a:ext cx="630936" cy="1984248"/>
          </a:xfrm>
          <a:custGeom>
            <a:avLst/>
            <a:gdLst/>
            <a:ahLst/>
            <a:cxnLst/>
            <a:rect l="l" t="t" r="r" b="b"/>
            <a:pathLst>
              <a:path w="630936" h="1984248">
                <a:moveTo>
                  <a:pt x="438912" y="9144"/>
                </a:moveTo>
                <a:cubicBezTo>
                  <a:pt x="576072" y="45720"/>
                  <a:pt x="658368" y="182880"/>
                  <a:pt x="621792" y="320040"/>
                </a:cubicBezTo>
                <a:cubicBezTo>
                  <a:pt x="512064" y="749808"/>
                  <a:pt x="475488" y="1216152"/>
                  <a:pt x="539496" y="1691640"/>
                </a:cubicBezTo>
                <a:cubicBezTo>
                  <a:pt x="557784" y="1828800"/>
                  <a:pt x="457200" y="1956816"/>
                  <a:pt x="320040" y="1975104"/>
                </a:cubicBezTo>
                <a:cubicBezTo>
                  <a:pt x="182880" y="1993392"/>
                  <a:pt x="54864" y="1901952"/>
                  <a:pt x="36576" y="1755648"/>
                </a:cubicBezTo>
                <a:cubicBezTo>
                  <a:pt x="-36576" y="1216152"/>
                  <a:pt x="0" y="685800"/>
                  <a:pt x="128016" y="192024"/>
                </a:cubicBezTo>
                <a:cubicBezTo>
                  <a:pt x="164592" y="54864"/>
                  <a:pt x="301752" y="-27432"/>
                  <a:pt x="438912" y="9144"/>
                </a:cubicBezTo>
              </a:path>
            </a:pathLst>
          </a:custGeom>
          <a:solidFill>
            <a:schemeClr val="accent1"/>
          </a:solidFill>
        </p:spPr>
      </p:sp>
      <p:sp>
        <p:nvSpPr>
          <p:cNvPr id="12" name="Ellipse 4 (Stroke)_#color_$accent2_$accent2-2050&amp;12721"/>
          <p:cNvSpPr/>
          <p:nvPr userDrawn="1">
            <p:custDataLst>
              <p:tags r:id="rId5"/>
            </p:custDataLst>
          </p:nvPr>
        </p:nvSpPr>
        <p:spPr>
          <a:xfrm>
            <a:off x="6739128" y="1947672"/>
            <a:ext cx="5449824" cy="2194560"/>
          </a:xfrm>
          <a:custGeom>
            <a:avLst/>
            <a:gdLst/>
            <a:ahLst/>
            <a:cxnLst/>
            <a:rect l="l" t="t" r="r" b="b"/>
            <a:pathLst>
              <a:path w="5449824" h="2194560">
                <a:moveTo>
                  <a:pt x="5449824" y="640080"/>
                </a:moveTo>
                <a:lnTo>
                  <a:pt x="5449824" y="1280160"/>
                </a:lnTo>
                <a:cubicBezTo>
                  <a:pt x="4864608" y="795528"/>
                  <a:pt x="4123944" y="512064"/>
                  <a:pt x="3310128" y="512064"/>
                </a:cubicBezTo>
                <a:cubicBezTo>
                  <a:pt x="2112264" y="512064"/>
                  <a:pt x="1060704" y="1133856"/>
                  <a:pt x="466344" y="2075688"/>
                </a:cubicBezTo>
                <a:cubicBezTo>
                  <a:pt x="393192" y="2194560"/>
                  <a:pt x="237744" y="2221992"/>
                  <a:pt x="118872" y="2148840"/>
                </a:cubicBezTo>
                <a:cubicBezTo>
                  <a:pt x="0" y="2075688"/>
                  <a:pt x="-36576" y="1920240"/>
                  <a:pt x="36576" y="1801368"/>
                </a:cubicBezTo>
                <a:cubicBezTo>
                  <a:pt x="722376" y="722376"/>
                  <a:pt x="1929384" y="0"/>
                  <a:pt x="3310128" y="0"/>
                </a:cubicBezTo>
                <a:cubicBezTo>
                  <a:pt x="4096512" y="0"/>
                  <a:pt x="4837176" y="237744"/>
                  <a:pt x="5449824" y="640080"/>
                </a:cubicBezTo>
              </a:path>
            </a:pathLst>
          </a:custGeom>
          <a:gradFill>
            <a:gsLst>
              <a:gs pos="0">
                <a:schemeClr val="accent1">
                  <a:lumMod val="75000"/>
                  <a:alpha val="70000"/>
                </a:schemeClr>
              </a:gs>
              <a:gs pos="70313">
                <a:schemeClr val="accent2">
                  <a:alpha val="0"/>
                </a:schemeClr>
              </a:gs>
            </a:gsLst>
            <a:lin ang="74674" scaled="0"/>
          </a:gradFill>
          <a:ln w="25400">
            <a:noFill/>
          </a:ln>
          <a:effectLst/>
        </p:spPr>
        <p:style>
          <a:lnRef idx="2">
            <a:schemeClr val="accent1">
              <a:lumMod val="75000"/>
            </a:schemeClr>
          </a:lnRef>
          <a:fillRef idx="1">
            <a:schemeClr val="accent1"/>
          </a:fillRef>
          <a:effectRef idx="0">
            <a:srgbClr val="FFFFFF"/>
          </a:effectRef>
          <a:fontRef idx="minor">
            <a:schemeClr val="lt1"/>
          </a:fontRef>
        </p:style>
      </p:sp>
      <p:sp>
        <p:nvSpPr>
          <p:cNvPr id="13" name="Ellipse 10 (Stroke)_#color-2050&amp;12724"/>
          <p:cNvSpPr/>
          <p:nvPr userDrawn="1">
            <p:custDataLst>
              <p:tags r:id="rId6"/>
            </p:custDataLst>
          </p:nvPr>
        </p:nvSpPr>
        <p:spPr>
          <a:xfrm>
            <a:off x="0" y="0"/>
            <a:ext cx="1746504" cy="1655064"/>
          </a:xfrm>
          <a:custGeom>
            <a:avLst/>
            <a:gdLst/>
            <a:ahLst/>
            <a:cxnLst/>
            <a:rect l="l" t="t" r="r" b="b"/>
            <a:pathLst>
              <a:path w="1746504" h="1655064">
                <a:moveTo>
                  <a:pt x="0" y="1133856"/>
                </a:moveTo>
                <a:cubicBezTo>
                  <a:pt x="384048" y="1051560"/>
                  <a:pt x="731520" y="841248"/>
                  <a:pt x="978408" y="502920"/>
                </a:cubicBezTo>
                <a:cubicBezTo>
                  <a:pt x="1088136" y="347472"/>
                  <a:pt x="1170432" y="173736"/>
                  <a:pt x="1216152" y="0"/>
                </a:cubicBezTo>
                <a:lnTo>
                  <a:pt x="1746504" y="0"/>
                </a:lnTo>
                <a:cubicBezTo>
                  <a:pt x="1682496" y="274320"/>
                  <a:pt x="1563624" y="548640"/>
                  <a:pt x="1389888" y="795528"/>
                </a:cubicBezTo>
                <a:cubicBezTo>
                  <a:pt x="1042416" y="1271016"/>
                  <a:pt x="539496" y="1563624"/>
                  <a:pt x="0" y="1655064"/>
                </a:cubicBezTo>
                <a:lnTo>
                  <a:pt x="0" y="1133856"/>
                </a:lnTo>
              </a:path>
            </a:pathLst>
          </a:custGeom>
          <a:solidFill>
            <a:schemeClr val="accent1">
              <a:alpha val="10000"/>
            </a:schemeClr>
          </a:solidFill>
        </p:spPr>
      </p:sp>
      <p:sp>
        <p:nvSpPr>
          <p:cNvPr id="2" name="标题 1"/>
          <p:cNvSpPr>
            <a:spLocks noGrp="1"/>
          </p:cNvSpPr>
          <p:nvPr>
            <p:ph type="ctrTitle"/>
            <p:custDataLst>
              <p:tags r:id="rId7"/>
            </p:custDataLst>
          </p:nvPr>
        </p:nvSpPr>
        <p:spPr>
          <a:xfrm>
            <a:off x="873125" y="1811020"/>
            <a:ext cx="5765800" cy="2076450"/>
          </a:xfrm>
        </p:spPr>
        <p:txBody>
          <a:bodyPr wrap="square" anchor="b" anchorCtr="0">
            <a:normAutofit/>
          </a:bodyPr>
          <a:lstStyle>
            <a:lvl1pPr algn="l">
              <a:lnSpc>
                <a:spcPct val="100000"/>
              </a:lnSpc>
              <a:defRPr sz="5400">
                <a:solidFill>
                  <a:schemeClr val="tx1"/>
                </a:solidFill>
                <a:latin typeface="+mj-ea"/>
                <a:ea typeface="+mj-ea"/>
                <a:cs typeface="+mj-ea"/>
              </a:defRPr>
            </a:lvl1pPr>
          </a:lstStyle>
          <a:p>
            <a:r>
              <a:rPr lang="zh-CN" altLang="en-US" dirty="0"/>
              <a:t>单击此处编辑母版标题样式</a:t>
            </a:r>
            <a:endParaRPr lang="zh-CN" altLang="en-US" dirty="0"/>
          </a:p>
        </p:txBody>
      </p:sp>
      <p:sp>
        <p:nvSpPr>
          <p:cNvPr id="4" name="日期占位符 3"/>
          <p:cNvSpPr>
            <a:spLocks noGrp="1"/>
          </p:cNvSpPr>
          <p:nvPr>
            <p:ph type="dt" sz="half" idx="10"/>
            <p:custDataLst>
              <p:tags r:id="rId8"/>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9"/>
            </p:custDataLst>
          </p:nvPr>
        </p:nvSpPr>
        <p:spPr/>
        <p:txBody>
          <a:bodyPr>
            <a:normAutofit/>
          </a:bodyPr>
          <a:lstStyle/>
          <a:p>
            <a:endParaRPr lang="zh-CN" altLang="en-US" dirty="0"/>
          </a:p>
        </p:txBody>
      </p:sp>
      <p:sp>
        <p:nvSpPr>
          <p:cNvPr id="6" name="灯片编号占位符 5"/>
          <p:cNvSpPr>
            <a:spLocks noGrp="1"/>
          </p:cNvSpPr>
          <p:nvPr>
            <p:ph type="sldNum" sz="quarter" idx="12"/>
            <p:custDataLst>
              <p:tags r:id="rId10"/>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24" name="署名占位符 10"/>
          <p:cNvSpPr>
            <a:spLocks noGrp="1"/>
          </p:cNvSpPr>
          <p:nvPr>
            <p:ph type="body" sz="quarter" idx="17" hasCustomPrompt="1"/>
            <p:custDataLst>
              <p:tags r:id="rId11"/>
            </p:custDataLst>
          </p:nvPr>
        </p:nvSpPr>
        <p:spPr>
          <a:xfrm>
            <a:off x="838200" y="4229100"/>
            <a:ext cx="2654935" cy="606425"/>
          </a:xfrm>
          <a:prstGeom prst="roundRect">
            <a:avLst>
              <a:gd name="adj" fmla="val 50000"/>
            </a:avLst>
          </a:prstGeom>
          <a:solidFill>
            <a:schemeClr val="accent1"/>
          </a:solidFill>
        </p:spPr>
        <p:txBody>
          <a:bodyPr wrap="square" anchor="ctr">
            <a:normAutofit/>
          </a:bodyPr>
          <a:lstStyle>
            <a:lvl1pPr marL="0" indent="0" algn="ctr">
              <a:lnSpc>
                <a:spcPct val="100000"/>
              </a:lnSpc>
              <a:buNone/>
              <a:defRPr sz="2400">
                <a:solidFill>
                  <a:srgbClr val="FFFFFF"/>
                </a:solidFill>
                <a:latin typeface="+mn-ea"/>
                <a:ea typeface="+mn-ea"/>
                <a:cs typeface="+mn-ea"/>
              </a:defRPr>
            </a:lvl1pPr>
          </a:lstStyle>
          <a:p>
            <a:pPr lvl="0"/>
            <a:r>
              <a:rPr lang="zh-CN" altLang="en-US" dirty="0"/>
              <a:t>署名</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wrap="square">
            <a:normAutofit/>
          </a:bodyPr>
          <a:lstStyle>
            <a:lvl1pPr>
              <a:defRPr>
                <a:latin typeface="+mn-ea"/>
                <a:ea typeface="+mn-ea"/>
                <a:cs typeface="+mn-ea"/>
              </a:defRPr>
            </a:lvl1pPr>
            <a:lvl2pPr>
              <a:defRPr>
                <a:latin typeface="+mn-ea"/>
                <a:ea typeface="+mn-ea"/>
                <a:cs typeface="+mn-ea"/>
              </a:defRPr>
            </a:lvl2pPr>
            <a:lvl3pPr>
              <a:defRPr>
                <a:latin typeface="+mn-ea"/>
                <a:ea typeface="+mn-ea"/>
                <a:cs typeface="+mn-ea"/>
              </a:defRPr>
            </a:lvl3pPr>
            <a:lvl4pPr>
              <a:defRPr>
                <a:latin typeface="+mn-ea"/>
                <a:ea typeface="+mn-ea"/>
                <a:cs typeface="+mn-ea"/>
              </a:defRPr>
            </a:lvl4pPr>
            <a:lvl5pPr>
              <a:defRPr>
                <a:latin typeface="+mn-ea"/>
                <a:ea typeface="+mn-ea"/>
                <a:cs typeface="+mn-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7" name="日期占位符 6"/>
          <p:cNvSpPr>
            <a:spLocks noGrp="1"/>
          </p:cNvSpPr>
          <p:nvPr>
            <p:ph type="dt" sz="half" idx="10"/>
            <p:custDataLst>
              <p:tags r:id="rId3"/>
            </p:custDataLst>
          </p:nvPr>
        </p:nvSpPr>
        <p:spPr/>
        <p:txBody>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4"/>
            </p:custDataLst>
          </p:nvPr>
        </p:nvSpPr>
        <p:spPr/>
        <p:txBody>
          <a:bodyPr/>
          <a:lstStyle/>
          <a:p>
            <a:endParaRPr lang="zh-CN" altLang="en-US" dirty="0"/>
          </a:p>
        </p:txBody>
      </p:sp>
      <p:sp>
        <p:nvSpPr>
          <p:cNvPr id="9" name="灯片编号占位符 8"/>
          <p:cNvSpPr>
            <a:spLocks noGrp="1"/>
          </p:cNvSpPr>
          <p:nvPr>
            <p:ph type="sldNum" sz="quarter" idx="12"/>
            <p:custDataLst>
              <p:tags r:id="rId5"/>
            </p:custDataLst>
          </p:nvPr>
        </p:nvSpPr>
        <p:spPr/>
        <p:txBody>
          <a:bodyPr/>
          <a:lstStyle/>
          <a:p>
            <a:fld id="{BE5F26B5-172A-4DC2-B0B7-181CFC56B87C}" type="slidenum">
              <a:rPr lang="zh-CN" altLang="en-US" smtClean="0"/>
            </a:fld>
            <a:endParaRPr lang="zh-CN" altLang="en-US"/>
          </a:p>
        </p:txBody>
      </p:sp>
      <p:sp>
        <p:nvSpPr>
          <p:cNvPr id="10" name="标题 9"/>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4" name="Ellipse 75 (Stroke)_#color-2050&amp;12727"/>
          <p:cNvSpPr/>
          <p:nvPr userDrawn="1">
            <p:custDataLst>
              <p:tags r:id="rId2"/>
            </p:custDataLst>
          </p:nvPr>
        </p:nvSpPr>
        <p:spPr>
          <a:xfrm>
            <a:off x="3282696" y="0"/>
            <a:ext cx="2304288" cy="6858000"/>
          </a:xfrm>
          <a:custGeom>
            <a:avLst/>
            <a:gdLst/>
            <a:ahLst/>
            <a:cxnLst/>
            <a:rect l="l" t="t" r="r" b="b"/>
            <a:pathLst>
              <a:path w="2304288" h="6858000">
                <a:moveTo>
                  <a:pt x="0" y="6858000"/>
                </a:moveTo>
                <a:lnTo>
                  <a:pt x="813816" y="6858000"/>
                </a:lnTo>
                <a:cubicBezTo>
                  <a:pt x="1728216" y="6007608"/>
                  <a:pt x="2304288" y="4782312"/>
                  <a:pt x="2304288" y="3429000"/>
                </a:cubicBezTo>
                <a:cubicBezTo>
                  <a:pt x="2304288" y="2075688"/>
                  <a:pt x="1728216" y="850392"/>
                  <a:pt x="813816" y="0"/>
                </a:cubicBezTo>
                <a:lnTo>
                  <a:pt x="0" y="0"/>
                </a:lnTo>
                <a:cubicBezTo>
                  <a:pt x="1088136" y="749808"/>
                  <a:pt x="1801368" y="2011680"/>
                  <a:pt x="1801368" y="3429000"/>
                </a:cubicBezTo>
                <a:cubicBezTo>
                  <a:pt x="1801368" y="4846320"/>
                  <a:pt x="1088136" y="6108192"/>
                  <a:pt x="0" y="6858000"/>
                </a:cubicBezTo>
              </a:path>
            </a:pathLst>
          </a:custGeom>
          <a:solidFill>
            <a:schemeClr val="accent1">
              <a:alpha val="10000"/>
            </a:schemeClr>
          </a:solidFill>
        </p:spPr>
      </p:sp>
      <p:sp>
        <p:nvSpPr>
          <p:cNvPr id="5" name="Ellipse 3 (Stroke)_#color-2050&amp;12730"/>
          <p:cNvSpPr/>
          <p:nvPr userDrawn="1">
            <p:custDataLst>
              <p:tags r:id="rId3"/>
            </p:custDataLst>
          </p:nvPr>
        </p:nvSpPr>
        <p:spPr>
          <a:xfrm>
            <a:off x="0" y="0"/>
            <a:ext cx="4672584" cy="6858000"/>
          </a:xfrm>
          <a:custGeom>
            <a:avLst/>
            <a:gdLst/>
            <a:ahLst/>
            <a:cxnLst/>
            <a:rect l="l" t="t" r="r" b="b"/>
            <a:pathLst>
              <a:path w="4672584" h="6858000">
                <a:moveTo>
                  <a:pt x="0" y="6848856"/>
                </a:moveTo>
                <a:lnTo>
                  <a:pt x="0" y="6858000"/>
                </a:lnTo>
                <a:lnTo>
                  <a:pt x="45720" y="6858000"/>
                </a:lnTo>
                <a:cubicBezTo>
                  <a:pt x="27432" y="6858000"/>
                  <a:pt x="18288" y="6848856"/>
                  <a:pt x="0" y="6848856"/>
                </a:cubicBezTo>
                <a:moveTo>
                  <a:pt x="1261872" y="6858000"/>
                </a:moveTo>
                <a:cubicBezTo>
                  <a:pt x="1463040" y="6821424"/>
                  <a:pt x="1664208" y="6766560"/>
                  <a:pt x="1856232" y="6693408"/>
                </a:cubicBezTo>
                <a:cubicBezTo>
                  <a:pt x="3666744" y="6035040"/>
                  <a:pt x="4590288" y="4032504"/>
                  <a:pt x="3931920" y="2221992"/>
                </a:cubicBezTo>
                <a:cubicBezTo>
                  <a:pt x="3493008" y="1033272"/>
                  <a:pt x="2478024" y="228600"/>
                  <a:pt x="1316736" y="0"/>
                </a:cubicBezTo>
                <a:lnTo>
                  <a:pt x="2752344" y="0"/>
                </a:lnTo>
                <a:cubicBezTo>
                  <a:pt x="3493008" y="457200"/>
                  <a:pt x="4096512" y="1152144"/>
                  <a:pt x="4425696" y="2039112"/>
                </a:cubicBezTo>
                <a:cubicBezTo>
                  <a:pt x="5093208" y="3877056"/>
                  <a:pt x="4343400" y="5888736"/>
                  <a:pt x="2734056" y="6858000"/>
                </a:cubicBezTo>
                <a:lnTo>
                  <a:pt x="1261872" y="6858000"/>
                </a:lnTo>
              </a:path>
            </a:pathLst>
          </a:custGeom>
          <a:solidFill>
            <a:schemeClr val="accent1"/>
          </a:solidFill>
        </p:spPr>
      </p:sp>
      <p:sp>
        <p:nvSpPr>
          <p:cNvPr id="6" name="Ellipse 4 (Stroke)_#color_$accent2_$accent2-2050&amp;12733"/>
          <p:cNvSpPr/>
          <p:nvPr userDrawn="1">
            <p:custDataLst>
              <p:tags r:id="rId4"/>
            </p:custDataLst>
          </p:nvPr>
        </p:nvSpPr>
        <p:spPr>
          <a:xfrm>
            <a:off x="0" y="3959352"/>
            <a:ext cx="4581144" cy="2898648"/>
          </a:xfrm>
          <a:custGeom>
            <a:avLst/>
            <a:gdLst/>
            <a:ahLst/>
            <a:cxnLst/>
            <a:rect l="l" t="t" r="r" b="b"/>
            <a:pathLst>
              <a:path w="4581144" h="2898648">
                <a:moveTo>
                  <a:pt x="4078224" y="201168"/>
                </a:moveTo>
                <a:cubicBezTo>
                  <a:pt x="3831336" y="1335024"/>
                  <a:pt x="3035808" y="2313432"/>
                  <a:pt x="1865376" y="2743200"/>
                </a:cubicBezTo>
                <a:cubicBezTo>
                  <a:pt x="1682496" y="2807208"/>
                  <a:pt x="1499616" y="2862072"/>
                  <a:pt x="1307592" y="2898648"/>
                </a:cubicBezTo>
                <a:lnTo>
                  <a:pt x="2715768" y="2898648"/>
                </a:lnTo>
                <a:cubicBezTo>
                  <a:pt x="3685032" y="2322576"/>
                  <a:pt x="4343400" y="1371600"/>
                  <a:pt x="4572000" y="310896"/>
                </a:cubicBezTo>
                <a:cubicBezTo>
                  <a:pt x="4599432" y="173736"/>
                  <a:pt x="4517136" y="36576"/>
                  <a:pt x="4379976" y="9144"/>
                </a:cubicBezTo>
                <a:cubicBezTo>
                  <a:pt x="4242816" y="-27432"/>
                  <a:pt x="4105656" y="64008"/>
                  <a:pt x="4078224" y="201168"/>
                </a:cubicBezTo>
                <a:moveTo>
                  <a:pt x="9144" y="2898648"/>
                </a:moveTo>
                <a:cubicBezTo>
                  <a:pt x="9144" y="2898648"/>
                  <a:pt x="0" y="2898648"/>
                  <a:pt x="0" y="2898648"/>
                </a:cubicBezTo>
                <a:lnTo>
                  <a:pt x="0" y="2898648"/>
                </a:lnTo>
                <a:lnTo>
                  <a:pt x="9144" y="2898648"/>
                </a:lnTo>
              </a:path>
            </a:pathLst>
          </a:custGeom>
          <a:gradFill>
            <a:gsLst>
              <a:gs pos="100000">
                <a:schemeClr val="accent1">
                  <a:lumMod val="75000"/>
                  <a:alpha val="70000"/>
                </a:schemeClr>
              </a:gs>
              <a:gs pos="73000">
                <a:schemeClr val="accent2">
                  <a:alpha val="0"/>
                </a:schemeClr>
              </a:gs>
            </a:gsLst>
            <a:lin ang="0" scaled="0"/>
          </a:gradFill>
          <a:ln w="25400">
            <a:noFill/>
          </a:ln>
          <a:effectLst/>
        </p:spPr>
        <p:style>
          <a:lnRef idx="2">
            <a:schemeClr val="accent1">
              <a:lumMod val="75000"/>
            </a:schemeClr>
          </a:lnRef>
          <a:fillRef idx="1">
            <a:schemeClr val="accent1"/>
          </a:fillRef>
          <a:effectRef idx="0">
            <a:srgbClr val="FFFFFF"/>
          </a:effectRef>
          <a:fontRef idx="minor">
            <a:schemeClr val="lt1"/>
          </a:fontRef>
        </p:style>
      </p:sp>
      <p:sp>
        <p:nvSpPr>
          <p:cNvPr id="2" name="标题 1"/>
          <p:cNvSpPr>
            <a:spLocks noGrp="1"/>
          </p:cNvSpPr>
          <p:nvPr>
            <p:ph type="title" hasCustomPrompt="1"/>
            <p:custDataLst>
              <p:tags r:id="rId5"/>
            </p:custDataLst>
          </p:nvPr>
        </p:nvSpPr>
        <p:spPr>
          <a:xfrm>
            <a:off x="1247525" y="2772441"/>
            <a:ext cx="2658015" cy="1313212"/>
          </a:xfrm>
        </p:spPr>
        <p:txBody>
          <a:bodyPr wrap="square" anchor="ctr" anchorCtr="0">
            <a:normAutofit/>
          </a:bodyPr>
          <a:lstStyle>
            <a:lvl1pPr>
              <a:defRPr sz="4800">
                <a:latin typeface="+mj-ea"/>
                <a:ea typeface="+mj-ea"/>
                <a:cs typeface="+mj-ea"/>
              </a:defRPr>
            </a:lvl1pPr>
          </a:lstStyle>
          <a:p>
            <a:r>
              <a:rPr lang="zh-CN" altLang="en-US" dirty="0"/>
              <a:t>标题</a:t>
            </a:r>
            <a:endParaRPr lang="zh-CN" altLang="en-US" dirty="0"/>
          </a:p>
        </p:txBody>
      </p:sp>
      <p:sp>
        <p:nvSpPr>
          <p:cNvPr id="7" name="日期占位符 3"/>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7"/>
            </p:custDataLst>
          </p:nvPr>
        </p:nvSpPr>
        <p:spPr/>
        <p:txBody>
          <a:bodyPr/>
          <a:lstStyle/>
          <a:p>
            <a:endParaRPr lang="zh-CN" altLang="en-US"/>
          </a:p>
        </p:txBody>
      </p:sp>
      <p:sp>
        <p:nvSpPr>
          <p:cNvPr id="9" name="灯片编号占位符 5"/>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7" name="bg_#color-2050&amp;12358"/>
          <p:cNvSpPr/>
          <p:nvPr userDrawn="1">
            <p:custDataLst>
              <p:tags r:id="rId2"/>
            </p:custDataLst>
          </p:nvPr>
        </p:nvSpPr>
        <p:spPr>
          <a:xfrm>
            <a:off x="1524" y="0"/>
            <a:ext cx="12188952" cy="6858000"/>
          </a:xfrm>
          <a:custGeom>
            <a:avLst/>
            <a:gdLst/>
            <a:ahLst/>
            <a:cxnLst/>
            <a:rect l="l" t="t" r="r" b="b"/>
            <a:pathLst>
              <a:path w="12188952" h="6858000">
                <a:moveTo>
                  <a:pt x="0" y="0"/>
                </a:moveTo>
                <a:lnTo>
                  <a:pt x="12188952" y="0"/>
                </a:lnTo>
                <a:lnTo>
                  <a:pt x="12188952" y="6858000"/>
                </a:lnTo>
                <a:lnTo>
                  <a:pt x="0" y="6858000"/>
                </a:lnTo>
                <a:lnTo>
                  <a:pt x="0" y="0"/>
                </a:lnTo>
              </a:path>
            </a:pathLst>
          </a:custGeom>
          <a:solidFill>
            <a:schemeClr val="accent1"/>
          </a:solidFill>
        </p:spPr>
      </p:sp>
      <p:sp>
        <p:nvSpPr>
          <p:cNvPr id="9" name="Ellipse 5 (Stroke)_#color-2050&amp;12736"/>
          <p:cNvSpPr/>
          <p:nvPr userDrawn="1">
            <p:custDataLst>
              <p:tags r:id="rId3"/>
            </p:custDataLst>
          </p:nvPr>
        </p:nvSpPr>
        <p:spPr>
          <a:xfrm>
            <a:off x="0" y="0"/>
            <a:ext cx="4142232" cy="4544568"/>
          </a:xfrm>
          <a:custGeom>
            <a:avLst/>
            <a:gdLst/>
            <a:ahLst/>
            <a:cxnLst/>
            <a:rect l="l" t="t" r="r" b="b"/>
            <a:pathLst>
              <a:path w="4142232" h="4544568">
                <a:moveTo>
                  <a:pt x="0" y="4032504"/>
                </a:moveTo>
                <a:cubicBezTo>
                  <a:pt x="91440" y="4032504"/>
                  <a:pt x="173736" y="4041648"/>
                  <a:pt x="265176" y="4041648"/>
                </a:cubicBezTo>
                <a:cubicBezTo>
                  <a:pt x="2121408" y="4041648"/>
                  <a:pt x="3630168" y="2532888"/>
                  <a:pt x="3630168" y="676656"/>
                </a:cubicBezTo>
                <a:cubicBezTo>
                  <a:pt x="3630168" y="438912"/>
                  <a:pt x="3611880" y="219456"/>
                  <a:pt x="3566160" y="0"/>
                </a:cubicBezTo>
                <a:lnTo>
                  <a:pt x="4078224" y="0"/>
                </a:lnTo>
                <a:cubicBezTo>
                  <a:pt x="4123944" y="219456"/>
                  <a:pt x="4142232" y="448056"/>
                  <a:pt x="4142232" y="676656"/>
                </a:cubicBezTo>
                <a:cubicBezTo>
                  <a:pt x="4142232" y="2816352"/>
                  <a:pt x="2404872" y="4544568"/>
                  <a:pt x="265176" y="4544568"/>
                </a:cubicBezTo>
                <a:cubicBezTo>
                  <a:pt x="173736" y="4544568"/>
                  <a:pt x="91440" y="4544568"/>
                  <a:pt x="0" y="4535424"/>
                </a:cubicBezTo>
                <a:lnTo>
                  <a:pt x="0" y="4032504"/>
                </a:lnTo>
              </a:path>
            </a:pathLst>
          </a:custGeom>
          <a:solidFill>
            <a:schemeClr val="accent1">
              <a:lumMod val="40000"/>
              <a:lumOff val="60000"/>
              <a:alpha val="75000"/>
            </a:schemeClr>
          </a:solidFill>
        </p:spPr>
      </p:sp>
      <p:sp>
        <p:nvSpPr>
          <p:cNvPr id="10" name="Ellipse 3 (Stroke)_#color_$lt1_$lt1-2050&amp;12739"/>
          <p:cNvSpPr/>
          <p:nvPr userDrawn="1">
            <p:custDataLst>
              <p:tags r:id="rId4"/>
            </p:custDataLst>
          </p:nvPr>
        </p:nvSpPr>
        <p:spPr>
          <a:xfrm>
            <a:off x="0" y="1399032"/>
            <a:ext cx="6099048" cy="5458968"/>
          </a:xfrm>
          <a:custGeom>
            <a:avLst/>
            <a:gdLst/>
            <a:ahLst/>
            <a:cxnLst/>
            <a:rect l="l" t="t" r="r" b="b"/>
            <a:pathLst>
              <a:path w="6099048" h="5458968">
                <a:moveTo>
                  <a:pt x="5760720" y="5458968"/>
                </a:moveTo>
                <a:cubicBezTo>
                  <a:pt x="5971032" y="4974336"/>
                  <a:pt x="6099048" y="4434840"/>
                  <a:pt x="6099048" y="3877056"/>
                </a:cubicBezTo>
                <a:cubicBezTo>
                  <a:pt x="6099048" y="1737360"/>
                  <a:pt x="4361688" y="0"/>
                  <a:pt x="2221992" y="0"/>
                </a:cubicBezTo>
                <a:cubicBezTo>
                  <a:pt x="1399032" y="0"/>
                  <a:pt x="630936" y="256032"/>
                  <a:pt x="0" y="704088"/>
                </a:cubicBezTo>
                <a:lnTo>
                  <a:pt x="0" y="1344168"/>
                </a:lnTo>
                <a:cubicBezTo>
                  <a:pt x="594360" y="822960"/>
                  <a:pt x="1371600" y="512064"/>
                  <a:pt x="2221992" y="512064"/>
                </a:cubicBezTo>
                <a:cubicBezTo>
                  <a:pt x="4078224" y="512064"/>
                  <a:pt x="5586984" y="2011680"/>
                  <a:pt x="5586984" y="3877056"/>
                </a:cubicBezTo>
                <a:cubicBezTo>
                  <a:pt x="5586984" y="4443984"/>
                  <a:pt x="5440680" y="4992624"/>
                  <a:pt x="5193792" y="5458968"/>
                </a:cubicBezTo>
                <a:lnTo>
                  <a:pt x="5760720" y="5458968"/>
                </a:lnTo>
              </a:path>
            </a:pathLst>
          </a:custGeom>
          <a:gradFill>
            <a:gsLst>
              <a:gs pos="41000">
                <a:schemeClr val="lt1">
                  <a:alpha val="45000"/>
                </a:schemeClr>
              </a:gs>
              <a:gs pos="0">
                <a:srgbClr val="FFFFFF">
                  <a:alpha val="0"/>
                </a:srgbClr>
              </a:gs>
              <a:gs pos="100000">
                <a:schemeClr val="lt1">
                  <a:alpha val="0"/>
                </a:schemeClr>
              </a:gs>
            </a:gsLst>
            <a:lin ang="540000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1" name="Ellipse 4 (Stroke)_#color_$lt1_$accent1-2050&amp;12742"/>
          <p:cNvSpPr/>
          <p:nvPr userDrawn="1">
            <p:custDataLst>
              <p:tags r:id="rId5"/>
            </p:custDataLst>
          </p:nvPr>
        </p:nvSpPr>
        <p:spPr>
          <a:xfrm>
            <a:off x="0" y="1399032"/>
            <a:ext cx="5541264" cy="2194560"/>
          </a:xfrm>
          <a:custGeom>
            <a:avLst/>
            <a:gdLst/>
            <a:ahLst/>
            <a:cxnLst/>
            <a:rect l="l" t="t" r="r" b="b"/>
            <a:pathLst>
              <a:path w="5541264" h="2194560">
                <a:moveTo>
                  <a:pt x="0" y="1353312"/>
                </a:moveTo>
                <a:lnTo>
                  <a:pt x="0" y="704088"/>
                </a:lnTo>
                <a:cubicBezTo>
                  <a:pt x="630936" y="265176"/>
                  <a:pt x="1399032" y="0"/>
                  <a:pt x="2231136" y="0"/>
                </a:cubicBezTo>
                <a:cubicBezTo>
                  <a:pt x="3602736" y="0"/>
                  <a:pt x="4809744" y="722376"/>
                  <a:pt x="5495544" y="1801368"/>
                </a:cubicBezTo>
                <a:cubicBezTo>
                  <a:pt x="5568696" y="1920240"/>
                  <a:pt x="5541264" y="2075688"/>
                  <a:pt x="5422392" y="2148840"/>
                </a:cubicBezTo>
                <a:cubicBezTo>
                  <a:pt x="5303520" y="2221992"/>
                  <a:pt x="5148072" y="2194560"/>
                  <a:pt x="5065776" y="2075688"/>
                </a:cubicBezTo>
                <a:cubicBezTo>
                  <a:pt x="4471416" y="1133856"/>
                  <a:pt x="3419856" y="512064"/>
                  <a:pt x="2231136" y="512064"/>
                </a:cubicBezTo>
                <a:cubicBezTo>
                  <a:pt x="1371600" y="512064"/>
                  <a:pt x="594360" y="822960"/>
                  <a:pt x="0" y="1353312"/>
                </a:cubicBezTo>
              </a:path>
            </a:pathLst>
          </a:custGeom>
          <a:gradFill>
            <a:gsLst>
              <a:gs pos="81000">
                <a:schemeClr val="lt1">
                  <a:alpha val="100000"/>
                </a:schemeClr>
              </a:gs>
              <a:gs pos="0">
                <a:schemeClr val="accent1">
                  <a:alpha val="100000"/>
                </a:schemeClr>
              </a:gs>
            </a:gsLst>
            <a:lin ang="74674"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2" name="标题 1"/>
          <p:cNvSpPr>
            <a:spLocks noGrp="1"/>
          </p:cNvSpPr>
          <p:nvPr userDrawn="1">
            <p:ph type="title"/>
            <p:custDataLst>
              <p:tags r:id="rId6"/>
            </p:custDataLst>
          </p:nvPr>
        </p:nvSpPr>
        <p:spPr>
          <a:xfrm>
            <a:off x="6627495" y="3136900"/>
            <a:ext cx="4726940" cy="1983105"/>
          </a:xfrm>
        </p:spPr>
        <p:txBody>
          <a:bodyPr wrap="square" anchor="t">
            <a:normAutofit/>
          </a:bodyPr>
          <a:lstStyle>
            <a:lvl1pPr algn="l">
              <a:defRPr sz="4500">
                <a:solidFill>
                  <a:schemeClr val="lt1">
                    <a:lumMod val="100000"/>
                  </a:schemeClr>
                </a:solidFill>
                <a:latin typeface="+mj-ea"/>
                <a:ea typeface="+mj-ea"/>
                <a:cs typeface="+mj-ea"/>
              </a:defRPr>
            </a:lvl1pPr>
          </a:lstStyle>
          <a:p>
            <a:r>
              <a:rPr lang="zh-CN" altLang="en-US" dirty="0"/>
              <a:t>单击此处编辑母版标题样式</a:t>
            </a:r>
            <a:endParaRPr lang="zh-CN" altLang="en-US" dirty="0"/>
          </a:p>
        </p:txBody>
      </p:sp>
      <p:sp>
        <p:nvSpPr>
          <p:cNvPr id="8" name="节编号 3"/>
          <p:cNvSpPr>
            <a:spLocks noGrp="1"/>
          </p:cNvSpPr>
          <p:nvPr userDrawn="1">
            <p:ph type="body" sz="quarter" idx="13" hasCustomPrompt="1"/>
            <p:custDataLst>
              <p:tags r:id="rId7"/>
            </p:custDataLst>
          </p:nvPr>
        </p:nvSpPr>
        <p:spPr>
          <a:xfrm>
            <a:off x="486410" y="3269650"/>
            <a:ext cx="5126736" cy="2759544"/>
          </a:xfrm>
        </p:spPr>
        <p:txBody>
          <a:bodyPr wrap="square" anchor="b">
            <a:normAutofit/>
          </a:bodyPr>
          <a:lstStyle>
            <a:lvl1pPr marL="0" indent="0" algn="ctr">
              <a:buNone/>
              <a:defRPr sz="11900" b="1">
                <a:solidFill>
                  <a:schemeClr val="lt1">
                    <a:lumMod val="100000"/>
                  </a:schemeClr>
                </a:solidFill>
                <a:latin typeface="+mj-ea"/>
                <a:ea typeface="+mj-ea"/>
                <a:cs typeface="+mj-ea"/>
              </a:defRPr>
            </a:lvl1pPr>
          </a:lstStyle>
          <a:p>
            <a:pPr lvl="0"/>
            <a:r>
              <a:rPr lang="zh-CN" altLang="en-US" dirty="0"/>
              <a:t>节编号</a:t>
            </a:r>
            <a:endParaRPr lang="zh-CN" altLang="en-US" dirty="0"/>
          </a:p>
        </p:txBody>
      </p:sp>
      <p:sp>
        <p:nvSpPr>
          <p:cNvPr id="4" name="日期占位符 4"/>
          <p:cNvSpPr>
            <a:spLocks noGrp="1"/>
          </p:cNvSpPr>
          <p:nvPr userDrawn="1">
            <p:ph type="dt" sz="half" idx="10"/>
            <p:custDataLst>
              <p:tags r:id="rId8"/>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5"/>
          <p:cNvSpPr>
            <a:spLocks noGrp="1"/>
          </p:cNvSpPr>
          <p:nvPr userDrawn="1">
            <p:ph type="ftr" sz="quarter" idx="11"/>
            <p:custDataLst>
              <p:tags r:id="rId9"/>
            </p:custDataLst>
          </p:nvPr>
        </p:nvSpPr>
        <p:spPr/>
        <p:txBody>
          <a:bodyPr/>
          <a:lstStyle/>
          <a:p>
            <a:endParaRPr lang="zh-CN" altLang="en-US"/>
          </a:p>
        </p:txBody>
      </p:sp>
      <p:sp>
        <p:nvSpPr>
          <p:cNvPr id="6" name="灯片编号占位符 6"/>
          <p:cNvSpPr>
            <a:spLocks noGrp="1"/>
          </p:cNvSpPr>
          <p:nvPr userDrawn="1">
            <p:ph type="sldNum" sz="quarter" idx="12"/>
            <p:custDataLst>
              <p:tags r:id="rId10"/>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wrap="square" lIns="0" tIns="0" rIns="0" bIns="0" rtlCol="0" anchor="b">
            <a:normAutofit/>
          </a:bodyPr>
          <a:lstStyle>
            <a:lvl1pPr>
              <a:defRPr lang="zh-CN" altLang="en-US" dirty="0">
                <a:latin typeface="+mj-lt"/>
                <a:ea typeface="+mj-lt"/>
                <a:cs typeface="+mj-lt"/>
              </a:defRPr>
            </a:lvl1pPr>
          </a:lstStyle>
          <a:p>
            <a:pPr lvl="0"/>
            <a:r>
              <a:rPr lang="zh-CN" altLang="en-US" dirty="0"/>
              <a:t>单击此处编辑母版标题样式</a:t>
            </a:r>
            <a:endParaRPr dirty="0"/>
          </a:p>
        </p:txBody>
      </p:sp>
      <p:sp>
        <p:nvSpPr>
          <p:cNvPr id="3" name="内容占位符 2"/>
          <p:cNvSpPr>
            <a:spLocks noGrp="1"/>
          </p:cNvSpPr>
          <p:nvPr>
            <p:ph sz="half" idx="1"/>
            <p:custDataLst>
              <p:tags r:id="rId3"/>
            </p:custDataLst>
          </p:nvPr>
        </p:nvSpPr>
        <p:spPr>
          <a:xfrm>
            <a:off x="695960" y="1301750"/>
            <a:ext cx="5323840" cy="4875850"/>
          </a:xfrm>
        </p:spPr>
        <p:txBody>
          <a:bodyPr wrap="square">
            <a:normAutofit/>
          </a:bodyPr>
          <a:lstStyle>
            <a:lvl1pPr>
              <a:defRPr>
                <a:latin typeface="+mn-ea"/>
                <a:ea typeface="+mn-ea"/>
                <a:cs typeface="+mn-ea"/>
              </a:defRPr>
            </a:lvl1pPr>
            <a:lvl2pPr>
              <a:defRPr>
                <a:latin typeface="+mn-ea"/>
                <a:ea typeface="+mn-ea"/>
                <a:cs typeface="+mn-ea"/>
              </a:defRPr>
            </a:lvl2pPr>
            <a:lvl3pPr>
              <a:defRPr>
                <a:latin typeface="+mn-ea"/>
                <a:ea typeface="+mn-ea"/>
                <a:cs typeface="+mn-ea"/>
              </a:defRPr>
            </a:lvl3pPr>
            <a:lvl4pPr>
              <a:defRPr>
                <a:latin typeface="+mn-ea"/>
                <a:ea typeface="+mn-ea"/>
                <a:cs typeface="+mn-ea"/>
              </a:defRPr>
            </a:lvl4pPr>
            <a:lvl5pPr>
              <a:defRPr>
                <a:latin typeface="+mn-ea"/>
                <a:ea typeface="+mn-ea"/>
                <a:cs typeface="+mn-ea"/>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内容占位符 3"/>
          <p:cNvSpPr>
            <a:spLocks noGrp="1"/>
          </p:cNvSpPr>
          <p:nvPr>
            <p:ph sz="half" idx="2"/>
            <p:custDataLst>
              <p:tags r:id="rId4"/>
            </p:custDataLst>
          </p:nvPr>
        </p:nvSpPr>
        <p:spPr>
          <a:xfrm>
            <a:off x="6172200" y="1301750"/>
            <a:ext cx="5323840" cy="4875850"/>
          </a:xfrm>
        </p:spPr>
        <p:txBody>
          <a:bodyPr wrap="square">
            <a:normAutofit/>
          </a:bodyPr>
          <a:lstStyle>
            <a:lvl1pPr>
              <a:defRPr>
                <a:latin typeface="+mn-ea"/>
                <a:ea typeface="+mn-ea"/>
                <a:cs typeface="+mn-ea"/>
              </a:defRPr>
            </a:lvl1pPr>
            <a:lvl2pPr>
              <a:defRPr>
                <a:latin typeface="+mn-ea"/>
                <a:ea typeface="+mn-ea"/>
                <a:cs typeface="+mn-ea"/>
              </a:defRPr>
            </a:lvl2pPr>
            <a:lvl3pPr>
              <a:defRPr>
                <a:latin typeface="+mn-ea"/>
                <a:ea typeface="+mn-ea"/>
                <a:cs typeface="+mn-ea"/>
              </a:defRPr>
            </a:lvl3pPr>
            <a:lvl4pPr>
              <a:defRPr>
                <a:latin typeface="+mn-ea"/>
                <a:ea typeface="+mn-ea"/>
                <a:cs typeface="+mn-ea"/>
              </a:defRPr>
            </a:lvl4pPr>
            <a:lvl5pPr>
              <a:defRPr>
                <a:latin typeface="+mn-ea"/>
                <a:ea typeface="+mn-ea"/>
                <a:cs typeface="+mn-ea"/>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日期占位符 4"/>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custDataLst>
              <p:tags r:id="rId2"/>
            </p:custDataLst>
          </p:nvPr>
        </p:nvSpPr>
        <p:spPr>
          <a:xfrm>
            <a:off x="695960" y="1301750"/>
            <a:ext cx="5323840" cy="411303"/>
          </a:xfrm>
        </p:spPr>
        <p:txBody>
          <a:bodyPr wrap="square" anchor="b">
            <a:normAutofit/>
          </a:bodyPr>
          <a:lstStyle>
            <a:lvl1pPr marL="0" indent="0">
              <a:buNone/>
              <a:defRPr sz="2400" b="1">
                <a:latin typeface="+mn-ea"/>
                <a:ea typeface="+mn-ea"/>
                <a:cs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custDataLst>
              <p:tags r:id="rId3"/>
            </p:custDataLst>
          </p:nvPr>
        </p:nvSpPr>
        <p:spPr>
          <a:xfrm>
            <a:off x="695960" y="1875099"/>
            <a:ext cx="5323840" cy="4300276"/>
          </a:xfrm>
        </p:spPr>
        <p:txBody>
          <a:bodyPr wrap="square">
            <a:normAutofit/>
          </a:bodyPr>
          <a:lstStyle>
            <a:lvl1pPr>
              <a:defRPr sz="2200">
                <a:latin typeface="+mn-ea"/>
                <a:ea typeface="+mn-ea"/>
                <a:cs typeface="+mn-ea"/>
              </a:defRPr>
            </a:lvl1pPr>
            <a:lvl2pPr>
              <a:defRPr>
                <a:latin typeface="+mn-ea"/>
                <a:ea typeface="+mn-ea"/>
                <a:cs typeface="+mn-ea"/>
              </a:defRPr>
            </a:lvl2pPr>
            <a:lvl3pPr>
              <a:defRPr>
                <a:latin typeface="+mn-ea"/>
                <a:ea typeface="+mn-ea"/>
                <a:cs typeface="+mn-ea"/>
              </a:defRPr>
            </a:lvl3pPr>
            <a:lvl4pPr>
              <a:defRPr>
                <a:latin typeface="+mn-ea"/>
                <a:ea typeface="+mn-ea"/>
                <a:cs typeface="+mn-ea"/>
              </a:defRPr>
            </a:lvl4pPr>
            <a:lvl5pPr>
              <a:defRPr>
                <a:latin typeface="+mn-ea"/>
                <a:ea typeface="+mn-ea"/>
                <a:cs typeface="+mn-ea"/>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文本占位符 4"/>
          <p:cNvSpPr>
            <a:spLocks noGrp="1"/>
          </p:cNvSpPr>
          <p:nvPr>
            <p:ph type="body" sz="quarter" idx="3"/>
            <p:custDataLst>
              <p:tags r:id="rId4"/>
            </p:custDataLst>
          </p:nvPr>
        </p:nvSpPr>
        <p:spPr>
          <a:xfrm>
            <a:off x="6172200" y="1301750"/>
            <a:ext cx="5323840" cy="411303"/>
          </a:xfrm>
        </p:spPr>
        <p:txBody>
          <a:bodyPr wrap="square" anchor="b">
            <a:normAutofit/>
          </a:bodyPr>
          <a:lstStyle>
            <a:lvl1pPr marL="0" indent="0">
              <a:buNone/>
              <a:defRPr sz="2400" b="1">
                <a:latin typeface="+mn-ea"/>
                <a:ea typeface="+mn-ea"/>
                <a:cs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custDataLst>
              <p:tags r:id="rId5"/>
            </p:custDataLst>
          </p:nvPr>
        </p:nvSpPr>
        <p:spPr>
          <a:xfrm>
            <a:off x="6172200" y="1875099"/>
            <a:ext cx="5323840" cy="4300276"/>
          </a:xfrm>
        </p:spPr>
        <p:txBody>
          <a:bodyPr wrap="square">
            <a:normAutofit/>
          </a:bodyPr>
          <a:lstStyle>
            <a:lvl1pPr>
              <a:defRPr sz="2200">
                <a:latin typeface="+mn-ea"/>
                <a:ea typeface="+mn-ea"/>
                <a:cs typeface="+mn-ea"/>
              </a:defRPr>
            </a:lvl1pPr>
            <a:lvl2pPr>
              <a:defRPr>
                <a:latin typeface="+mn-ea"/>
                <a:ea typeface="+mn-ea"/>
                <a:cs typeface="+mn-ea"/>
              </a:defRPr>
            </a:lvl2pPr>
            <a:lvl3pPr>
              <a:defRPr>
                <a:latin typeface="+mn-ea"/>
                <a:ea typeface="+mn-ea"/>
                <a:cs typeface="+mn-ea"/>
              </a:defRPr>
            </a:lvl3pPr>
            <a:lvl4pPr>
              <a:defRPr>
                <a:latin typeface="+mn-ea"/>
                <a:ea typeface="+mn-ea"/>
                <a:cs typeface="+mn-ea"/>
              </a:defRPr>
            </a:lvl4pPr>
            <a:lvl5pPr>
              <a:defRPr>
                <a:latin typeface="+mn-ea"/>
                <a:ea typeface="+mn-ea"/>
                <a:cs typeface="+mn-ea"/>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10" name="日期占位符 9"/>
          <p:cNvSpPr>
            <a:spLocks noGrp="1"/>
          </p:cNvSpPr>
          <p:nvPr>
            <p:ph type="dt" sz="half" idx="10"/>
            <p:custDataLst>
              <p:tags r:id="rId6"/>
            </p:custDataLst>
          </p:nvPr>
        </p:nvSpPr>
        <p:spPr/>
        <p:txBody>
          <a:bodyPr/>
          <a:lstStyle/>
          <a:p>
            <a:fld id="{5592522B-0F24-4480-B9DD-A9474A6880D6}" type="datetimeFigureOut">
              <a:rPr lang="zh-CN" altLang="en-US" smtClean="0"/>
            </a:fld>
            <a:endParaRPr lang="zh-CN" altLang="en-US"/>
          </a:p>
        </p:txBody>
      </p:sp>
      <p:sp>
        <p:nvSpPr>
          <p:cNvPr id="11" name="页脚占位符 10"/>
          <p:cNvSpPr>
            <a:spLocks noGrp="1"/>
          </p:cNvSpPr>
          <p:nvPr>
            <p:ph type="ftr" sz="quarter" idx="11"/>
            <p:custDataLst>
              <p:tags r:id="rId7"/>
            </p:custDataLst>
          </p:nvPr>
        </p:nvSpPr>
        <p:spPr/>
        <p:txBody>
          <a:bodyPr/>
          <a:lstStyle/>
          <a:p>
            <a:endParaRPr lang="zh-CN" altLang="en-US" dirty="0"/>
          </a:p>
        </p:txBody>
      </p:sp>
      <p:sp>
        <p:nvSpPr>
          <p:cNvPr id="12" name="灯片编号占位符 11"/>
          <p:cNvSpPr>
            <a:spLocks noGrp="1"/>
          </p:cNvSpPr>
          <p:nvPr>
            <p:ph type="sldNum" sz="quarter" idx="12"/>
            <p:custDataLst>
              <p:tags r:id="rId8"/>
            </p:custDataLst>
          </p:nvPr>
        </p:nvSpPr>
        <p:spPr/>
        <p:txBody>
          <a:bodyPr/>
          <a:lstStyle/>
          <a:p>
            <a:fld id="{BE5F26B5-172A-4DC2-B0B7-181CFC56B87C}" type="slidenum">
              <a:rPr lang="zh-CN" altLang="en-US" smtClean="0"/>
            </a:fld>
            <a:endParaRPr lang="zh-CN" altLang="en-US"/>
          </a:p>
        </p:txBody>
      </p:sp>
      <p:sp>
        <p:nvSpPr>
          <p:cNvPr id="13" name="标题 12"/>
          <p:cNvSpPr>
            <a:spLocks noGrp="1"/>
          </p:cNvSpPr>
          <p:nvPr>
            <p:ph type="title"/>
            <p:custDataLst>
              <p:tags r:id="rId9"/>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lvl1pPr>
              <a:defRPr>
                <a:latin typeface="+mj-lt"/>
                <a:ea typeface="+mj-lt"/>
                <a:cs typeface="+mj-lt"/>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dirty="0"/>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2"/>
            </p:custDataLst>
          </p:nvPr>
        </p:nvSpPr>
        <p:spPr>
          <a:xfrm>
            <a:off x="695960" y="360045"/>
            <a:ext cx="10801985" cy="5817870"/>
          </a:xfrm>
        </p:spPr>
        <p:txBody>
          <a:bodyPr wrap="square">
            <a:normAutofit/>
          </a:bodyPr>
          <a:lstStyle>
            <a:lvl1pPr>
              <a:defRPr>
                <a:latin typeface="+mn-lt"/>
                <a:ea typeface="+mn-lt"/>
                <a:cs typeface="+mn-lt"/>
              </a:defRPr>
            </a:lvl1pPr>
            <a:lvl2pPr>
              <a:defRPr>
                <a:latin typeface="+mn-lt"/>
                <a:ea typeface="+mn-lt"/>
                <a:cs typeface="+mn-lt"/>
              </a:defRPr>
            </a:lvl2pPr>
            <a:lvl3pPr>
              <a:defRPr>
                <a:latin typeface="+mn-lt"/>
                <a:ea typeface="+mn-lt"/>
                <a:cs typeface="+mn-lt"/>
              </a:defRPr>
            </a:lvl3pPr>
            <a:lvl4pPr>
              <a:defRPr>
                <a:latin typeface="+mn-lt"/>
                <a:ea typeface="+mn-lt"/>
                <a:cs typeface="+mn-lt"/>
              </a:defRPr>
            </a:lvl4pPr>
            <a:lvl5pPr>
              <a:defRPr>
                <a:latin typeface="+mn-lt"/>
                <a:ea typeface="+mn-lt"/>
                <a:cs typeface="+mn-lt"/>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3"/>
          <p:cNvSpPr>
            <a:spLocks noGrp="1"/>
          </p:cNvSpPr>
          <p:nvPr>
            <p:ph type="ftr" sz="quarter" idx="11"/>
            <p:custDataLst>
              <p:tags r:id="rId4"/>
            </p:custDataLst>
          </p:nvPr>
        </p:nvSpPr>
        <p:spPr/>
        <p:txBody>
          <a:bodyPr/>
          <a:lstStyle/>
          <a:p>
            <a:endParaRPr lang="zh-CN" altLang="en-US"/>
          </a:p>
        </p:txBody>
      </p:sp>
      <p:sp>
        <p:nvSpPr>
          <p:cNvPr id="6"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10799088" cy="405553"/>
          </a:xfrm>
        </p:spPr>
        <p:txBody>
          <a:bodyPr wrap="square" anchor="t">
            <a:normAutofit/>
          </a:bodyPr>
          <a:lstStyle>
            <a:lvl1pPr marL="0" indent="0">
              <a:buNone/>
              <a:defRPr sz="2400" b="0">
                <a:latin typeface="+mn-lt"/>
                <a:ea typeface="+mn-lt"/>
                <a:cs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单击此处编辑副标题</a:t>
            </a:r>
            <a:endParaRPr lang="zh-CN" altLang="en-US" dirty="0"/>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
        <p:nvSpPr>
          <p:cNvPr id="4" name="标题 3"/>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13" name="bg_#color-2050&amp;12433"/>
          <p:cNvSpPr/>
          <p:nvPr userDrawn="1">
            <p:custDataLst>
              <p:tags r:id="rId2"/>
            </p:custDataLst>
          </p:nvPr>
        </p:nvSpPr>
        <p:spPr>
          <a:xfrm>
            <a:off x="0" y="0"/>
            <a:ext cx="12188952" cy="6858000"/>
          </a:xfrm>
          <a:custGeom>
            <a:avLst/>
            <a:gdLst/>
            <a:ahLst/>
            <a:cxnLst/>
            <a:rect l="l" t="t" r="r" b="b"/>
            <a:pathLst>
              <a:path w="12188952" h="6858000">
                <a:moveTo>
                  <a:pt x="0" y="0"/>
                </a:moveTo>
                <a:lnTo>
                  <a:pt x="12188952" y="0"/>
                </a:lnTo>
                <a:lnTo>
                  <a:pt x="12188952" y="6858000"/>
                </a:lnTo>
                <a:lnTo>
                  <a:pt x="0" y="6858000"/>
                </a:lnTo>
                <a:lnTo>
                  <a:pt x="0" y="0"/>
                </a:lnTo>
              </a:path>
            </a:pathLst>
          </a:custGeom>
          <a:solidFill>
            <a:schemeClr val="accent1"/>
          </a:solidFill>
        </p:spPr>
      </p:sp>
      <p:sp>
        <p:nvSpPr>
          <p:cNvPr id="15" name="Ellipse 3_#color_$lt1_$lt1-2050&amp;12754"/>
          <p:cNvSpPr/>
          <p:nvPr userDrawn="1">
            <p:custDataLst>
              <p:tags r:id="rId3"/>
            </p:custDataLst>
          </p:nvPr>
        </p:nvSpPr>
        <p:spPr>
          <a:xfrm>
            <a:off x="8891016" y="0"/>
            <a:ext cx="3300984" cy="3877056"/>
          </a:xfrm>
          <a:custGeom>
            <a:avLst/>
            <a:gdLst/>
            <a:ahLst/>
            <a:cxnLst/>
            <a:rect l="l" t="t" r="r" b="b"/>
            <a:pathLst>
              <a:path w="3300984" h="3877056">
                <a:moveTo>
                  <a:pt x="512064" y="0"/>
                </a:moveTo>
                <a:lnTo>
                  <a:pt x="0" y="0"/>
                </a:lnTo>
                <a:cubicBezTo>
                  <a:pt x="-27432" y="1920240"/>
                  <a:pt x="1380744" y="3584448"/>
                  <a:pt x="3300984" y="3877056"/>
                </a:cubicBezTo>
                <a:lnTo>
                  <a:pt x="3300984" y="3355848"/>
                </a:lnTo>
                <a:cubicBezTo>
                  <a:pt x="1664208" y="3081528"/>
                  <a:pt x="484632" y="1645920"/>
                  <a:pt x="512064" y="0"/>
                </a:cubicBezTo>
              </a:path>
            </a:pathLst>
          </a:custGeom>
          <a:gradFill>
            <a:gsLst>
              <a:gs pos="69000">
                <a:srgbClr val="FFFFFF">
                  <a:alpha val="100000"/>
                </a:srgbClr>
              </a:gs>
              <a:gs pos="82000">
                <a:schemeClr val="lt1">
                  <a:alpha val="0"/>
                </a:schemeClr>
              </a:gs>
              <a:gs pos="0">
                <a:schemeClr val="lt1">
                  <a:alpha val="0"/>
                </a:schemeClr>
              </a:gs>
            </a:gsLst>
            <a:lin ang="540000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6" name="Ellipse 4 (Stroke)_#color_$lt1_$accent1-2050&amp;12757"/>
          <p:cNvSpPr/>
          <p:nvPr userDrawn="1">
            <p:custDataLst>
              <p:tags r:id="rId4"/>
            </p:custDataLst>
          </p:nvPr>
        </p:nvSpPr>
        <p:spPr>
          <a:xfrm>
            <a:off x="9262872" y="1389888"/>
            <a:ext cx="2926080" cy="2478024"/>
          </a:xfrm>
          <a:custGeom>
            <a:avLst/>
            <a:gdLst/>
            <a:ahLst/>
            <a:cxnLst/>
            <a:rect l="l" t="t" r="r" b="b"/>
            <a:pathLst>
              <a:path w="2926080" h="2478024">
                <a:moveTo>
                  <a:pt x="2926080" y="2478024"/>
                </a:moveTo>
                <a:lnTo>
                  <a:pt x="2926080" y="1965960"/>
                </a:lnTo>
                <a:cubicBezTo>
                  <a:pt x="1837944" y="1783080"/>
                  <a:pt x="941832" y="1078992"/>
                  <a:pt x="484632" y="137160"/>
                </a:cubicBezTo>
                <a:cubicBezTo>
                  <a:pt x="420624" y="18288"/>
                  <a:pt x="265176" y="-36576"/>
                  <a:pt x="137160" y="27432"/>
                </a:cubicBezTo>
                <a:cubicBezTo>
                  <a:pt x="18288" y="91440"/>
                  <a:pt x="-36576" y="237744"/>
                  <a:pt x="27432" y="365760"/>
                </a:cubicBezTo>
                <a:cubicBezTo>
                  <a:pt x="566928" y="1472184"/>
                  <a:pt x="1627632" y="2286000"/>
                  <a:pt x="2926080" y="2478024"/>
                </a:cubicBezTo>
              </a:path>
            </a:pathLst>
          </a:custGeom>
          <a:gradFill>
            <a:gsLst>
              <a:gs pos="0">
                <a:schemeClr val="lt1">
                  <a:alpha val="80000"/>
                </a:schemeClr>
              </a:gs>
              <a:gs pos="100000">
                <a:schemeClr val="accent1">
                  <a:alpha val="100000"/>
                </a:schemeClr>
              </a:gs>
            </a:gsLst>
            <a:lin ang="74674"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7" name="Ellipse 8 (Stroke)_#color-2050&amp;12760"/>
          <p:cNvSpPr/>
          <p:nvPr userDrawn="1">
            <p:custDataLst>
              <p:tags r:id="rId5"/>
            </p:custDataLst>
          </p:nvPr>
        </p:nvSpPr>
        <p:spPr>
          <a:xfrm>
            <a:off x="10716768" y="3822192"/>
            <a:ext cx="1472184" cy="841248"/>
          </a:xfrm>
          <a:custGeom>
            <a:avLst/>
            <a:gdLst/>
            <a:ahLst/>
            <a:cxnLst/>
            <a:rect l="l" t="t" r="r" b="b"/>
            <a:pathLst>
              <a:path w="1472184" h="841248">
                <a:moveTo>
                  <a:pt x="1472184" y="329184"/>
                </a:moveTo>
                <a:lnTo>
                  <a:pt x="1472184" y="841248"/>
                </a:lnTo>
                <a:cubicBezTo>
                  <a:pt x="1005840" y="795528"/>
                  <a:pt x="557784" y="676656"/>
                  <a:pt x="146304" y="484632"/>
                </a:cubicBezTo>
                <a:cubicBezTo>
                  <a:pt x="18288" y="429768"/>
                  <a:pt x="-36576" y="274320"/>
                  <a:pt x="27432" y="146304"/>
                </a:cubicBezTo>
                <a:cubicBezTo>
                  <a:pt x="82296" y="18288"/>
                  <a:pt x="237744" y="-36576"/>
                  <a:pt x="356616" y="27432"/>
                </a:cubicBezTo>
                <a:cubicBezTo>
                  <a:pt x="704088" y="182880"/>
                  <a:pt x="1078992" y="292608"/>
                  <a:pt x="1472184" y="329184"/>
                </a:cubicBezTo>
              </a:path>
            </a:pathLst>
          </a:custGeom>
          <a:solidFill>
            <a:schemeClr val="lt1">
              <a:alpha val="40000"/>
            </a:schemeClr>
          </a:solidFill>
        </p:spPr>
      </p:sp>
      <p:sp>
        <p:nvSpPr>
          <p:cNvPr id="19" name="Ellipse 9_#color-2050&amp;12763"/>
          <p:cNvSpPr/>
          <p:nvPr userDrawn="1">
            <p:custDataLst>
              <p:tags r:id="rId6"/>
            </p:custDataLst>
          </p:nvPr>
        </p:nvSpPr>
        <p:spPr>
          <a:xfrm>
            <a:off x="0" y="3429000"/>
            <a:ext cx="3255264" cy="3429000"/>
          </a:xfrm>
          <a:custGeom>
            <a:avLst/>
            <a:gdLst/>
            <a:ahLst/>
            <a:cxnLst/>
            <a:rect l="l" t="t" r="r" b="b"/>
            <a:pathLst>
              <a:path w="3255264" h="3429000">
                <a:moveTo>
                  <a:pt x="3227832" y="3429000"/>
                </a:moveTo>
                <a:cubicBezTo>
                  <a:pt x="3246120" y="3300984"/>
                  <a:pt x="3255264" y="3172968"/>
                  <a:pt x="3255264" y="3044952"/>
                </a:cubicBezTo>
                <a:cubicBezTo>
                  <a:pt x="3255264" y="1362456"/>
                  <a:pt x="1883664" y="0"/>
                  <a:pt x="201168" y="0"/>
                </a:cubicBezTo>
                <a:cubicBezTo>
                  <a:pt x="137160" y="0"/>
                  <a:pt x="64008" y="0"/>
                  <a:pt x="0" y="9144"/>
                </a:cubicBezTo>
                <a:lnTo>
                  <a:pt x="0" y="512064"/>
                </a:lnTo>
                <a:cubicBezTo>
                  <a:pt x="64008" y="512064"/>
                  <a:pt x="137160" y="512064"/>
                  <a:pt x="201168" y="512064"/>
                </a:cubicBezTo>
                <a:cubicBezTo>
                  <a:pt x="1609344" y="512064"/>
                  <a:pt x="2743200" y="1645920"/>
                  <a:pt x="2743200" y="3044952"/>
                </a:cubicBezTo>
                <a:cubicBezTo>
                  <a:pt x="2743200" y="3172968"/>
                  <a:pt x="2734056" y="3300984"/>
                  <a:pt x="2715768" y="3429000"/>
                </a:cubicBezTo>
                <a:lnTo>
                  <a:pt x="3227832" y="3429000"/>
                </a:lnTo>
              </a:path>
            </a:pathLst>
          </a:custGeom>
          <a:solidFill>
            <a:schemeClr val="accent1">
              <a:lumMod val="40000"/>
              <a:lumOff val="60000"/>
              <a:alpha val="75000"/>
            </a:schemeClr>
          </a:solidFill>
        </p:spPr>
      </p:sp>
      <p:sp>
        <p:nvSpPr>
          <p:cNvPr id="2" name="标题 1"/>
          <p:cNvSpPr>
            <a:spLocks noGrp="1"/>
          </p:cNvSpPr>
          <p:nvPr userDrawn="1">
            <p:ph type="ctrTitle" hasCustomPrompt="1"/>
            <p:custDataLst>
              <p:tags r:id="rId7"/>
            </p:custDataLst>
          </p:nvPr>
        </p:nvSpPr>
        <p:spPr>
          <a:xfrm>
            <a:off x="838200" y="457200"/>
            <a:ext cx="10515000" cy="2998800"/>
          </a:xfrm>
        </p:spPr>
        <p:txBody>
          <a:bodyPr wrap="square" anchor="b">
            <a:normAutofit/>
          </a:bodyPr>
          <a:lstStyle>
            <a:lvl1pPr algn="ctr">
              <a:lnSpc>
                <a:spcPct val="100000"/>
              </a:lnSpc>
              <a:defRPr sz="8000">
                <a:solidFill>
                  <a:schemeClr val="lt1">
                    <a:lumMod val="100000"/>
                  </a:schemeClr>
                </a:solidFill>
                <a:latin typeface="+mj-lt"/>
                <a:ea typeface="+mj-lt"/>
                <a:cs typeface="+mj-lt"/>
              </a:defRPr>
            </a:lvl1pPr>
          </a:lstStyle>
          <a:p>
            <a:r>
              <a:rPr lang="zh-CN" altLang="en-US" dirty="0"/>
              <a:t>单击编辑母版标题</a:t>
            </a:r>
            <a:endParaRPr lang="zh-CN" altLang="en-US" dirty="0"/>
          </a:p>
        </p:txBody>
      </p:sp>
      <p:sp>
        <p:nvSpPr>
          <p:cNvPr id="4" name="日期占位符 3"/>
          <p:cNvSpPr>
            <a:spLocks noGrp="1"/>
          </p:cNvSpPr>
          <p:nvPr userDrawn="1">
            <p:ph type="dt" sz="half" idx="10"/>
            <p:custDataLst>
              <p:tags r:id="rId8"/>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userDrawn="1">
            <p:ph type="ftr" sz="quarter" idx="11"/>
            <p:custDataLst>
              <p:tags r:id="rId9"/>
            </p:custDataLst>
          </p:nvPr>
        </p:nvSpPr>
        <p:spPr/>
        <p:txBody>
          <a:bodyPr/>
          <a:lstStyle/>
          <a:p>
            <a:endParaRPr lang="zh-CN" altLang="en-US"/>
          </a:p>
        </p:txBody>
      </p:sp>
      <p:sp>
        <p:nvSpPr>
          <p:cNvPr id="6" name="灯片编号占位符 5"/>
          <p:cNvSpPr>
            <a:spLocks noGrp="1"/>
          </p:cNvSpPr>
          <p:nvPr userDrawn="1">
            <p:ph type="sldNum" sz="quarter" idx="12"/>
            <p:custDataLst>
              <p:tags r:id="rId10"/>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24" name="署名占位符 10"/>
          <p:cNvSpPr>
            <a:spLocks noGrp="1"/>
          </p:cNvSpPr>
          <p:nvPr userDrawn="1">
            <p:ph type="body" sz="quarter" idx="17" hasCustomPrompt="1"/>
            <p:custDataLst>
              <p:tags r:id="rId11"/>
            </p:custDataLst>
          </p:nvPr>
        </p:nvSpPr>
        <p:spPr>
          <a:xfrm>
            <a:off x="838200" y="3908350"/>
            <a:ext cx="10515000" cy="1240560"/>
          </a:xfrm>
        </p:spPr>
        <p:txBody>
          <a:bodyPr wrap="square" anchor="t">
            <a:normAutofit/>
          </a:bodyPr>
          <a:lstStyle>
            <a:lvl1pPr marL="0" indent="0" algn="ctr">
              <a:lnSpc>
                <a:spcPct val="100000"/>
              </a:lnSpc>
              <a:buNone/>
              <a:defRPr sz="2400">
                <a:solidFill>
                  <a:schemeClr val="lt1">
                    <a:lumMod val="100000"/>
                  </a:schemeClr>
                </a:solidFill>
                <a:latin typeface="+mn-lt"/>
                <a:ea typeface="+mn-lt"/>
                <a:cs typeface="+mn-lt"/>
              </a:defRPr>
            </a:lvl1pPr>
          </a:lstStyle>
          <a:p>
            <a:pPr lvl="0"/>
            <a:r>
              <a:rPr lang="zh-CN" altLang="en-US" dirty="0"/>
              <a:t>署名</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1" Type="http://schemas.openxmlformats.org/officeDocument/2006/relationships/theme" Target="../theme/theme1.xml"/><Relationship Id="rId20" Type="http://schemas.openxmlformats.org/officeDocument/2006/relationships/tags" Target="../tags/tag80.xml"/><Relationship Id="rId2" Type="http://schemas.openxmlformats.org/officeDocument/2006/relationships/slideLayout" Target="../slideLayouts/slideLayout2.xml"/><Relationship Id="rId19" Type="http://schemas.openxmlformats.org/officeDocument/2006/relationships/tags" Target="../tags/tag79.xml"/><Relationship Id="rId18" Type="http://schemas.openxmlformats.org/officeDocument/2006/relationships/tags" Target="../tags/tag78.xml"/><Relationship Id="rId17" Type="http://schemas.openxmlformats.org/officeDocument/2006/relationships/tags" Target="../tags/tag77.xml"/><Relationship Id="rId16" Type="http://schemas.openxmlformats.org/officeDocument/2006/relationships/tags" Target="../tags/tag76.xml"/><Relationship Id="rId15" Type="http://schemas.openxmlformats.org/officeDocument/2006/relationships/tags" Target="../tags/tag75.xml"/><Relationship Id="rId14" Type="http://schemas.openxmlformats.org/officeDocument/2006/relationships/tags" Target="../tags/tag74.xml"/><Relationship Id="rId13" Type="http://schemas.openxmlformats.org/officeDocument/2006/relationships/tags" Target="../tags/tag73.xml"/><Relationship Id="rId12" Type="http://schemas.openxmlformats.org/officeDocument/2006/relationships/tags" Target="../tags/tag7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Ellipse 5 (Stroke)_#color-2050&amp;12748"/>
          <p:cNvSpPr/>
          <p:nvPr userDrawn="1">
            <p:custDataLst>
              <p:tags r:id="rId12"/>
            </p:custDataLst>
          </p:nvPr>
        </p:nvSpPr>
        <p:spPr>
          <a:xfrm>
            <a:off x="0" y="0"/>
            <a:ext cx="1746504" cy="1655064"/>
          </a:xfrm>
          <a:custGeom>
            <a:avLst/>
            <a:gdLst/>
            <a:ahLst/>
            <a:cxnLst/>
            <a:rect l="l" t="t" r="r" b="b"/>
            <a:pathLst>
              <a:path w="1746504" h="1655064">
                <a:moveTo>
                  <a:pt x="0" y="1133856"/>
                </a:moveTo>
                <a:cubicBezTo>
                  <a:pt x="384048" y="1051560"/>
                  <a:pt x="731520" y="841248"/>
                  <a:pt x="978408" y="502920"/>
                </a:cubicBezTo>
                <a:cubicBezTo>
                  <a:pt x="1088136" y="347472"/>
                  <a:pt x="1170432" y="173736"/>
                  <a:pt x="1216152" y="0"/>
                </a:cubicBezTo>
                <a:lnTo>
                  <a:pt x="1746504" y="0"/>
                </a:lnTo>
                <a:cubicBezTo>
                  <a:pt x="1682496" y="274320"/>
                  <a:pt x="1563624" y="548640"/>
                  <a:pt x="1389888" y="795528"/>
                </a:cubicBezTo>
                <a:cubicBezTo>
                  <a:pt x="1042416" y="1271016"/>
                  <a:pt x="539496" y="1563624"/>
                  <a:pt x="0" y="1655064"/>
                </a:cubicBezTo>
                <a:lnTo>
                  <a:pt x="0" y="1133856"/>
                </a:lnTo>
              </a:path>
            </a:pathLst>
          </a:custGeom>
          <a:solidFill>
            <a:schemeClr val="accent1">
              <a:alpha val="10000"/>
            </a:schemeClr>
          </a:solidFill>
        </p:spPr>
        <p:txBody>
          <a:bodyPr/>
          <a:lstStyle/>
          <a:p>
            <a:endParaRPr lang="zh-CN" altLang="en-US"/>
          </a:p>
        </p:txBody>
      </p:sp>
      <p:sp>
        <p:nvSpPr>
          <p:cNvPr id="8" name="Ellipse 3 (Stroke)_#color-2050&amp;12745"/>
          <p:cNvSpPr/>
          <p:nvPr userDrawn="1">
            <p:custDataLst>
              <p:tags r:id="rId13"/>
            </p:custDataLst>
          </p:nvPr>
        </p:nvSpPr>
        <p:spPr>
          <a:xfrm>
            <a:off x="11271250" y="5772785"/>
            <a:ext cx="918210" cy="1084580"/>
          </a:xfrm>
          <a:custGeom>
            <a:avLst/>
            <a:gdLst/>
            <a:ahLst/>
            <a:cxnLst/>
            <a:rect l="l" t="t" r="r" b="b"/>
            <a:pathLst>
              <a:path w="3236976" h="3822192">
                <a:moveTo>
                  <a:pt x="3236976" y="0"/>
                </a:moveTo>
                <a:cubicBezTo>
                  <a:pt x="1399032" y="301752"/>
                  <a:pt x="0" y="1901952"/>
                  <a:pt x="0" y="3822192"/>
                </a:cubicBezTo>
                <a:lnTo>
                  <a:pt x="512064" y="3822192"/>
                </a:lnTo>
                <a:cubicBezTo>
                  <a:pt x="512064" y="2176272"/>
                  <a:pt x="1682496" y="813816"/>
                  <a:pt x="3236976" y="512064"/>
                </a:cubicBezTo>
                <a:lnTo>
                  <a:pt x="3236976" y="0"/>
                </a:lnTo>
              </a:path>
            </a:pathLst>
          </a:custGeom>
          <a:solidFill>
            <a:schemeClr val="accent1">
              <a:alpha val="10000"/>
            </a:schemeClr>
          </a:solidFill>
        </p:spPr>
      </p:sp>
      <p:sp>
        <p:nvSpPr>
          <p:cNvPr id="10" name="Ellipse 4 (Stroke)_#color_$accent2_$accent2-2050&amp;12751"/>
          <p:cNvSpPr/>
          <p:nvPr userDrawn="1">
            <p:custDataLst>
              <p:tags r:id="rId14"/>
            </p:custDataLst>
          </p:nvPr>
        </p:nvSpPr>
        <p:spPr>
          <a:xfrm>
            <a:off x="11429365" y="5772785"/>
            <a:ext cx="760095" cy="607060"/>
          </a:xfrm>
          <a:custGeom>
            <a:avLst/>
            <a:gdLst/>
            <a:ahLst/>
            <a:cxnLst/>
            <a:rect l="l" t="t" r="r" b="b"/>
            <a:pathLst>
              <a:path w="2679192" h="2139696">
                <a:moveTo>
                  <a:pt x="2679192" y="0"/>
                </a:moveTo>
                <a:lnTo>
                  <a:pt x="2679192" y="512064"/>
                </a:lnTo>
                <a:cubicBezTo>
                  <a:pt x="1746504" y="694944"/>
                  <a:pt x="960120" y="1252728"/>
                  <a:pt x="466344" y="2020824"/>
                </a:cubicBezTo>
                <a:cubicBezTo>
                  <a:pt x="393192" y="2139696"/>
                  <a:pt x="237744" y="2176272"/>
                  <a:pt x="118872" y="2103120"/>
                </a:cubicBezTo>
                <a:cubicBezTo>
                  <a:pt x="0" y="2020824"/>
                  <a:pt x="-36576" y="1865376"/>
                  <a:pt x="36576" y="1746504"/>
                </a:cubicBezTo>
                <a:cubicBezTo>
                  <a:pt x="621792" y="832104"/>
                  <a:pt x="1572768" y="182880"/>
                  <a:pt x="2679192" y="0"/>
                </a:cubicBezTo>
              </a:path>
            </a:pathLst>
          </a:custGeom>
          <a:gradFill>
            <a:gsLst>
              <a:gs pos="0">
                <a:schemeClr val="accent2">
                  <a:alpha val="10000"/>
                </a:schemeClr>
              </a:gs>
              <a:gs pos="70313">
                <a:schemeClr val="accent2">
                  <a:alpha val="0"/>
                </a:schemeClr>
              </a:gs>
            </a:gsLst>
            <a:lin ang="74674"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2" name="标题占位符 1"/>
          <p:cNvSpPr>
            <a:spLocks noGrp="1"/>
          </p:cNvSpPr>
          <p:nvPr>
            <p:ph type="title"/>
            <p:custDataLst>
              <p:tags r:id="rId15"/>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6"/>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17"/>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18"/>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9"/>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11" name="KSO_TEMPLATE" hidden="1"/>
          <p:cNvSpPr/>
          <p:nvPr userDrawn="1">
            <p:custDataLst>
              <p:tags r:id="rId20"/>
            </p:custDataLst>
          </p:nvPr>
        </p:nvSpPr>
        <p:spPr>
          <a:xfrm>
            <a:off x="0" y="0"/>
            <a:ext cx="0" cy="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100000"/>
        </a:lnSpc>
        <a:spcBef>
          <a:spcPct val="0"/>
        </a:spcBef>
        <a:buNone/>
        <a:defRPr sz="3200" b="1" kern="1200">
          <a:solidFill>
            <a:schemeClr val="accent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9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9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9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9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9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tags" Target="../tags/tag81.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6.xml"/><Relationship Id="rId2" Type="http://schemas.openxmlformats.org/officeDocument/2006/relationships/tags" Target="../tags/tag85.xml"/><Relationship Id="rId1" Type="http://schemas.openxmlformats.org/officeDocument/2006/relationships/tags" Target="../tags/tag84.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tags" Target="../tags/tag87.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tags" Target="../tags/tag90.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5.xml"/><Relationship Id="rId2" Type="http://schemas.openxmlformats.org/officeDocument/2006/relationships/tags" Target="../tags/tag94.xml"/><Relationship Id="rId1" Type="http://schemas.openxmlformats.org/officeDocument/2006/relationships/tags" Target="../tags/tag93.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8.xml"/><Relationship Id="rId2" Type="http://schemas.openxmlformats.org/officeDocument/2006/relationships/tags" Target="../tags/tag97.xml"/><Relationship Id="rId1" Type="http://schemas.openxmlformats.org/officeDocument/2006/relationships/tags" Target="../tags/tag96.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01.xml"/><Relationship Id="rId3" Type="http://schemas.openxmlformats.org/officeDocument/2006/relationships/image" Target="../media/image1.png"/><Relationship Id="rId2" Type="http://schemas.openxmlformats.org/officeDocument/2006/relationships/tags" Target="../tags/tag100.xml"/><Relationship Id="rId1" Type="http://schemas.openxmlformats.org/officeDocument/2006/relationships/tags" Target="../tags/tag99.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tags" Target="../tags/tag102.xm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07.xml"/><Relationship Id="rId3" Type="http://schemas.openxmlformats.org/officeDocument/2006/relationships/image" Target="../media/image2.png"/><Relationship Id="rId2" Type="http://schemas.openxmlformats.org/officeDocument/2006/relationships/tags" Target="../tags/tag106.xml"/><Relationship Id="rId1" Type="http://schemas.openxmlformats.org/officeDocument/2006/relationships/tags" Target="../tags/tag105.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tags" Target="../tags/tag108.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2.xml"/><Relationship Id="rId2" Type="http://schemas.openxmlformats.org/officeDocument/2006/relationships/image" Target="../media/image3.png"/><Relationship Id="rId1" Type="http://schemas.openxmlformats.org/officeDocument/2006/relationships/tags" Target="../tags/tag111.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tags" Target="../tags/tag113.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7.xml"/><Relationship Id="rId1" Type="http://schemas.openxmlformats.org/officeDocument/2006/relationships/tags" Target="../tags/tag116.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tags" Target="../tags/tag1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ctrTitle"/>
            <p:custDataLst>
              <p:tags r:id="rId1"/>
            </p:custDataLst>
          </p:nvPr>
        </p:nvSpPr>
        <p:spPr>
          <a:xfrm>
            <a:off x="873125" y="1811020"/>
            <a:ext cx="9816465" cy="2076450"/>
          </a:xfrm>
        </p:spPr>
        <p:txBody>
          <a:bodyPr>
            <a:normAutofit fontScale="90000"/>
          </a:bodyPr>
          <a:lstStyle/>
          <a:p>
            <a:r>
              <a:rPr lang="en-US" altLang="en-US" sz="4000"/>
              <a:t>Perceived Stress as a Social and Psychological Outcome: The Role of</a:t>
            </a:r>
            <a:br>
              <a:rPr lang="en-US" altLang="en-US" sz="4000"/>
            </a:br>
            <a:r>
              <a:rPr lang="en-US" altLang="en-US" sz="4000"/>
              <a:t>Socioeconomic Status, Psychosocial Resources, and Adverse Life</a:t>
            </a:r>
            <a:br>
              <a:rPr lang="en-US" altLang="en-US" sz="4000"/>
            </a:br>
            <a:r>
              <a:rPr lang="en-US" altLang="en-US" sz="4000"/>
              <a:t>Experiences</a:t>
            </a:r>
            <a:endParaRPr lang="en-US" altLang="en-US" sz="4000"/>
          </a:p>
        </p:txBody>
      </p:sp>
      <p:sp>
        <p:nvSpPr>
          <p:cNvPr id="10" name="署名"/>
          <p:cNvSpPr>
            <a:spLocks noGrp="1"/>
          </p:cNvSpPr>
          <p:nvPr>
            <p:ph type="body" sz="quarter" idx="17"/>
            <p:custDataLst>
              <p:tags r:id="rId2"/>
            </p:custDataLst>
          </p:nvPr>
        </p:nvSpPr>
        <p:spPr/>
        <p:txBody>
          <a:bodyPr/>
          <a:lstStyle/>
          <a:p>
            <a:r>
              <a:rPr lang="en-US" altLang="zh-CN"/>
              <a:t>Yuxuan Gou</a:t>
            </a:r>
            <a:endParaRPr lang="en-US" altLang="zh-CN"/>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p:txBody>
          <a:bodyPr/>
          <a:lstStyle/>
          <a:p>
            <a:r>
              <a:rPr lang="en-US" altLang="en-US"/>
              <a:t>Why does this topic matter?</a:t>
            </a:r>
            <a:endParaRPr lang="en-US" altLang="en-US"/>
          </a:p>
        </p:txBody>
      </p:sp>
      <p:sp>
        <p:nvSpPr>
          <p:cNvPr id="3" name="正文"/>
          <p:cNvSpPr>
            <a:spLocks noGrp="1"/>
          </p:cNvSpPr>
          <p:nvPr>
            <p:ph idx="1"/>
            <p:custDataLst>
              <p:tags r:id="rId2"/>
            </p:custDataLst>
          </p:nvPr>
        </p:nvSpPr>
        <p:spPr/>
        <p:txBody>
          <a:bodyPr>
            <a:normAutofit fontScale="90000" lnSpcReduction="10000"/>
          </a:bodyPr>
          <a:lstStyle/>
          <a:p>
            <a:r>
              <a:rPr lang="en-US" altLang="en-US"/>
              <a:t>Perceived stress is closely related to mental health, physical health, and everyday functioning.</a:t>
            </a:r>
            <a:endParaRPr lang="en-US" altLang="en-US"/>
          </a:p>
          <a:p>
            <a:endParaRPr lang="en-US" altLang="en-US"/>
          </a:p>
          <a:p>
            <a:r>
              <a:rPr lang="en-US" altLang="en-US"/>
              <a:t>Stress is not only an individual feeling. It is also shaped by social conditions, family environment, health status, and life experiences.</a:t>
            </a:r>
            <a:endParaRPr lang="en-US" altLang="en-US"/>
          </a:p>
          <a:p>
            <a:endParaRPr lang="en-US" altLang="en-US"/>
          </a:p>
          <a:p>
            <a:r>
              <a:rPr lang="en-US" altLang="en-US"/>
              <a:t>Previous studies have examined demographic factors, psychosocial resources, or adverse experiences, but these factors are often studied separately.</a:t>
            </a:r>
            <a:endParaRPr lang="en-US" altLang="en-US"/>
          </a:p>
          <a:p>
            <a:endParaRPr lang="en-US" altLang="en-US"/>
          </a:p>
          <a:p>
            <a:r>
              <a:rPr lang="en-US" altLang="en-US"/>
              <a:t>This makes it useful to compare them within one analytical framework.</a:t>
            </a:r>
            <a:endParaRPr lang="en-US" altLang="en-US"/>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p:txBody>
          <a:bodyPr/>
          <a:lstStyle/>
          <a:p>
            <a:r>
              <a:rPr lang="en-US" altLang="en-US"/>
              <a:t>Research question</a:t>
            </a:r>
            <a:endParaRPr lang="en-US" altLang="en-US"/>
          </a:p>
        </p:txBody>
      </p:sp>
      <p:sp>
        <p:nvSpPr>
          <p:cNvPr id="3" name="正文"/>
          <p:cNvSpPr>
            <a:spLocks noGrp="1"/>
          </p:cNvSpPr>
          <p:nvPr>
            <p:ph idx="1"/>
            <p:custDataLst>
              <p:tags r:id="rId2"/>
            </p:custDataLst>
          </p:nvPr>
        </p:nvSpPr>
        <p:spPr>
          <a:xfrm>
            <a:off x="300990" y="1080135"/>
            <a:ext cx="12740640" cy="5095240"/>
          </a:xfrm>
        </p:spPr>
        <p:txBody>
          <a:bodyPr>
            <a:normAutofit/>
          </a:bodyPr>
          <a:lstStyle/>
          <a:p>
            <a:pPr marL="0" indent="0">
              <a:buNone/>
            </a:pPr>
            <a:r>
              <a:rPr lang="en-US" altLang="en-US" b="1"/>
              <a:t>Main research question:</a:t>
            </a:r>
            <a:endParaRPr lang="en-US" altLang="en-US" b="1"/>
          </a:p>
          <a:p>
            <a:r>
              <a:rPr lang="en-US" altLang="en-US"/>
              <a:t>Which sociodemographic, psychosocial, and life-course factors matter most for perceived stress?</a:t>
            </a:r>
            <a:endParaRPr lang="en-US" altLang="en-US"/>
          </a:p>
          <a:p>
            <a:pPr marL="0" indent="0">
              <a:buNone/>
            </a:pPr>
            <a:r>
              <a:rPr lang="en-US" altLang="en-US" b="1"/>
              <a:t>More specifically:</a:t>
            </a:r>
            <a:endParaRPr lang="en-US" altLang="en-US"/>
          </a:p>
          <a:p>
            <a:r>
              <a:rPr lang="en-US" altLang="en-US"/>
              <a:t>Do psychological distress variables contribute more strongly to perceived stress than demographic background?</a:t>
            </a:r>
            <a:endParaRPr lang="en-US" altLang="en-US"/>
          </a:p>
          <a:p>
            <a:r>
              <a:rPr lang="en-US" altLang="en-US"/>
              <a:t>Do psychosocial resources help protect against stress?</a:t>
            </a:r>
            <a:endParaRPr lang="en-US" altLang="en-US"/>
          </a:p>
          <a:p>
            <a:r>
              <a:rPr lang="en-US" altLang="en-US"/>
              <a:t>Do adverse life experiences remain important across different models?</a:t>
            </a:r>
            <a:endParaRPr lang="en-US" altLang="en-US"/>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p:txBody>
          <a:bodyPr/>
          <a:lstStyle/>
          <a:p>
            <a:r>
              <a:rPr lang="en-US" altLang="en-US"/>
              <a:t>Data and sample</a:t>
            </a:r>
            <a:endParaRPr lang="en-US" altLang="en-US"/>
          </a:p>
        </p:txBody>
      </p:sp>
      <p:sp>
        <p:nvSpPr>
          <p:cNvPr id="3" name="正文"/>
          <p:cNvSpPr>
            <a:spLocks noGrp="1"/>
          </p:cNvSpPr>
          <p:nvPr>
            <p:ph idx="1"/>
            <p:custDataLst>
              <p:tags r:id="rId2"/>
            </p:custDataLst>
          </p:nvPr>
        </p:nvSpPr>
        <p:spPr>
          <a:xfrm>
            <a:off x="338455" y="1080135"/>
            <a:ext cx="11157585" cy="5095240"/>
          </a:xfrm>
        </p:spPr>
        <p:txBody>
          <a:bodyPr>
            <a:normAutofit fontScale="85000" lnSpcReduction="10000"/>
          </a:bodyPr>
          <a:lstStyle/>
          <a:p>
            <a:pPr marL="0" indent="0">
              <a:buNone/>
            </a:pPr>
            <a:r>
              <a:rPr lang="en-US" altLang="en-US" b="1"/>
              <a:t>Data source:</a:t>
            </a:r>
            <a:endParaRPr lang="en-US" altLang="en-US" b="1"/>
          </a:p>
          <a:p>
            <a:r>
              <a:rPr lang="en-US" altLang="en-US"/>
              <a:t>2023 Psychology and Behavior Investigation of Chinese Residents (PBICR)</a:t>
            </a:r>
            <a:endParaRPr lang="en-US" altLang="en-US"/>
          </a:p>
          <a:p>
            <a:pPr marL="0" indent="0">
              <a:buNone/>
            </a:pPr>
            <a:r>
              <a:rPr lang="en-US" altLang="en-US" b="1"/>
              <a:t>Sample:</a:t>
            </a:r>
            <a:endParaRPr lang="en-US" altLang="en-US" b="1"/>
          </a:p>
          <a:p>
            <a:r>
              <a:rPr lang="en-US" altLang="en-US"/>
              <a:t>Nationwide survey in China</a:t>
            </a:r>
            <a:endParaRPr lang="en-US" altLang="en-US"/>
          </a:p>
          <a:p>
            <a:r>
              <a:rPr lang="en-US" altLang="en-US"/>
              <a:t>Collected from June to August 2023</a:t>
            </a:r>
            <a:endParaRPr lang="en-US" altLang="en-US"/>
          </a:p>
          <a:p>
            <a:r>
              <a:rPr lang="en-US" altLang="en-US"/>
              <a:t>Sample size: 30,054</a:t>
            </a:r>
            <a:endParaRPr lang="en-US" altLang="en-US"/>
          </a:p>
          <a:p>
            <a:pPr marL="0" indent="0">
              <a:buNone/>
            </a:pPr>
            <a:r>
              <a:rPr lang="en-US" altLang="en-US" b="1"/>
              <a:t>Why this dataset is useful:</a:t>
            </a:r>
            <a:endParaRPr lang="en-US" altLang="en-US" b="1"/>
          </a:p>
          <a:p>
            <a:r>
              <a:rPr lang="en-US" altLang="en-US"/>
              <a:t>Large sample</a:t>
            </a:r>
            <a:endParaRPr lang="en-US" altLang="en-US"/>
          </a:p>
          <a:p>
            <a:r>
              <a:rPr lang="en-US" altLang="en-US"/>
              <a:t>Rich measures on stress, health, psychosocial resources, and life experiences</a:t>
            </a:r>
            <a:endParaRPr lang="en-US" altLang="en-US"/>
          </a:p>
          <a:p>
            <a:r>
              <a:rPr lang="en-US" altLang="en-US"/>
              <a:t>Suitable for comparing multiple groups of predictors in one study</a:t>
            </a:r>
            <a:endParaRPr lang="en-US" altLang="en-US"/>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p:txBody>
          <a:bodyPr/>
          <a:lstStyle/>
          <a:p>
            <a:r>
              <a:rPr lang="en-US" altLang="en-US"/>
              <a:t>Variables</a:t>
            </a:r>
            <a:endParaRPr lang="en-US" altLang="en-US"/>
          </a:p>
        </p:txBody>
      </p:sp>
      <p:sp>
        <p:nvSpPr>
          <p:cNvPr id="3" name="正文"/>
          <p:cNvSpPr>
            <a:spLocks noGrp="1"/>
          </p:cNvSpPr>
          <p:nvPr>
            <p:ph idx="1"/>
            <p:custDataLst>
              <p:tags r:id="rId2"/>
            </p:custDataLst>
          </p:nvPr>
        </p:nvSpPr>
        <p:spPr/>
        <p:txBody>
          <a:bodyPr>
            <a:normAutofit fontScale="90000"/>
          </a:bodyPr>
          <a:lstStyle/>
          <a:p>
            <a:pPr marL="0" indent="0">
              <a:buNone/>
            </a:pPr>
            <a:r>
              <a:rPr lang="en-US" altLang="en-US" b="1"/>
              <a:t>Outcome: </a:t>
            </a:r>
            <a:r>
              <a:rPr lang="en-US" altLang="en-US"/>
              <a:t>Perceived stress: pss4_total</a:t>
            </a:r>
            <a:endParaRPr lang="en-US" altLang="en-US"/>
          </a:p>
          <a:p>
            <a:pPr marL="0" indent="0">
              <a:buNone/>
            </a:pPr>
            <a:r>
              <a:rPr lang="en-US" altLang="en-US" b="1"/>
              <a:t>Predictor groups:</a:t>
            </a:r>
            <a:endParaRPr lang="en-US" altLang="en-US" b="1"/>
          </a:p>
          <a:p>
            <a:r>
              <a:rPr lang="en-US" altLang="en-US"/>
              <a:t>Sociodemographic factors: age, gender, education, income, hukou, marital status, employment, living alone</a:t>
            </a:r>
            <a:endParaRPr lang="en-US" altLang="en-US"/>
          </a:p>
          <a:p>
            <a:r>
              <a:rPr lang="en-US" altLang="en-US"/>
              <a:t>Health and behavior factors: BMI, self-rated health, sleep quality, chronotype, drinking, smoking, chronic disease</a:t>
            </a:r>
            <a:endParaRPr lang="en-US" altLang="en-US"/>
          </a:p>
          <a:p>
            <a:r>
              <a:rPr lang="en-US" altLang="en-US"/>
              <a:t>Psychosocial resources: social support, self-efficacy, resilience, family support</a:t>
            </a:r>
            <a:endParaRPr lang="en-US" altLang="en-US"/>
          </a:p>
          <a:p>
            <a:r>
              <a:rPr lang="en-US" altLang="en-US"/>
              <a:t>Adversity / life-course factors: major life event, debt, adverse childhood experiences</a:t>
            </a:r>
            <a:endParaRPr lang="en-US" altLang="en-US"/>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p:txBody>
          <a:bodyPr/>
          <a:lstStyle/>
          <a:p>
            <a:r>
              <a:rPr lang="en-US" altLang="en-US"/>
              <a:t>Analytic strategy</a:t>
            </a:r>
            <a:endParaRPr lang="en-US" altLang="en-US"/>
          </a:p>
        </p:txBody>
      </p:sp>
      <p:sp>
        <p:nvSpPr>
          <p:cNvPr id="3" name="正文"/>
          <p:cNvSpPr>
            <a:spLocks noGrp="1"/>
          </p:cNvSpPr>
          <p:nvPr>
            <p:ph idx="1"/>
            <p:custDataLst>
              <p:tags r:id="rId2"/>
            </p:custDataLst>
          </p:nvPr>
        </p:nvSpPr>
        <p:spPr/>
        <p:txBody>
          <a:bodyPr>
            <a:normAutofit/>
          </a:bodyPr>
          <a:lstStyle/>
          <a:p>
            <a:pPr marL="0" indent="0">
              <a:buNone/>
            </a:pPr>
            <a:r>
              <a:rPr lang="en-US" altLang="en-US" b="1"/>
              <a:t>Models used in this study</a:t>
            </a:r>
            <a:endParaRPr lang="en-US" altLang="en-US" b="1"/>
          </a:p>
          <a:p>
            <a:r>
              <a:rPr lang="en-US" altLang="en-US" b="1"/>
              <a:t>OLS regression: </a:t>
            </a:r>
            <a:r>
              <a:rPr lang="en-US" altLang="en-US"/>
              <a:t>baseline model for direction and statistical significance</a:t>
            </a:r>
            <a:endParaRPr lang="en-US" altLang="en-US"/>
          </a:p>
          <a:p>
            <a:r>
              <a:rPr lang="en-US" altLang="en-US" b="1"/>
              <a:t>LASSO regression:</a:t>
            </a:r>
            <a:r>
              <a:rPr lang="en-US" altLang="en-US"/>
              <a:t> selects a smaller set of important predictors</a:t>
            </a:r>
            <a:endParaRPr lang="en-US" altLang="en-US"/>
          </a:p>
          <a:p>
            <a:r>
              <a:rPr lang="en-US" altLang="en-US" b="1"/>
              <a:t>Random Forest:</a:t>
            </a:r>
            <a:r>
              <a:rPr lang="en-US" altLang="en-US"/>
              <a:t> captures more flexible predictive patterns</a:t>
            </a:r>
            <a:endParaRPr lang="en-US" altLang="en-US"/>
          </a:p>
          <a:p>
            <a:r>
              <a:rPr lang="en-US" altLang="en-US" b="1"/>
              <a:t>SHAP values: </a:t>
            </a:r>
            <a:r>
              <a:rPr lang="en-US" altLang="en-US"/>
              <a:t>improve the interpretation of the Random Forest model</a:t>
            </a:r>
            <a:endParaRPr lang="en-US" altLang="en-US"/>
          </a:p>
          <a:p>
            <a:r>
              <a:rPr lang="en-US" altLang="en-US" b="1"/>
              <a:t>Model evaluation:</a:t>
            </a:r>
            <a:r>
              <a:rPr lang="en-US" altLang="en-US"/>
              <a:t> RMSE, R², MAE</a:t>
            </a:r>
            <a:endParaRPr lang="en-US" altLang="en-US"/>
          </a:p>
          <a:p>
            <a:r>
              <a:rPr lang="en-US" altLang="en-US" b="1"/>
              <a:t>Random Forest setup:</a:t>
            </a:r>
            <a:r>
              <a:rPr lang="en-US" altLang="en-US"/>
              <a:t> 80/20 train-test split; 5-fold cross-validation; 500 trees</a:t>
            </a:r>
            <a:endParaRPr lang="en-US" altLang="en-US"/>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p:txBody>
          <a:bodyPr/>
          <a:lstStyle/>
          <a:p>
            <a:r>
              <a:rPr lang="en-US" altLang="en-US"/>
              <a:t>Descriptive and exploratory findings</a:t>
            </a:r>
            <a:endParaRPr lang="en-US" altLang="en-US"/>
          </a:p>
        </p:txBody>
      </p:sp>
      <p:sp>
        <p:nvSpPr>
          <p:cNvPr id="3" name="正文"/>
          <p:cNvSpPr>
            <a:spLocks noGrp="1"/>
          </p:cNvSpPr>
          <p:nvPr>
            <p:ph idx="1"/>
            <p:custDataLst>
              <p:tags r:id="rId2"/>
            </p:custDataLst>
          </p:nvPr>
        </p:nvSpPr>
        <p:spPr>
          <a:xfrm>
            <a:off x="695960" y="1301750"/>
            <a:ext cx="6703695" cy="4873625"/>
          </a:xfrm>
        </p:spPr>
        <p:txBody>
          <a:bodyPr>
            <a:normAutofit fontScale="90000" lnSpcReduction="20000"/>
          </a:bodyPr>
          <a:lstStyle/>
          <a:p>
            <a:pPr marL="0" indent="0">
              <a:buNone/>
            </a:pPr>
            <a:r>
              <a:rPr lang="en-US" altLang="en-US" b="1"/>
              <a:t>Descriptive overview</a:t>
            </a:r>
            <a:endParaRPr lang="en-US" altLang="en-US" b="1"/>
          </a:p>
          <a:p>
            <a:pPr marL="0" indent="0">
              <a:buNone/>
            </a:pPr>
            <a:r>
              <a:rPr lang="en-US" altLang="en-US"/>
              <a:t>The sample is almost evenly split by gender and fairly balanced by hukou status. Most respondents are married. Most do not live alone and do not report major life events, debt, smoking, or drinking.</a:t>
            </a:r>
            <a:endParaRPr lang="en-US" altLang="en-US"/>
          </a:p>
          <a:p>
            <a:pPr marL="0" indent="0">
              <a:buNone/>
            </a:pPr>
            <a:r>
              <a:rPr lang="en-US" altLang="en-US" b="1"/>
              <a:t>Exploratory patterns</a:t>
            </a:r>
            <a:endParaRPr lang="en-US" altLang="en-US" b="1"/>
          </a:p>
          <a:p>
            <a:pPr marL="0" indent="0">
              <a:buNone/>
            </a:pPr>
            <a:r>
              <a:rPr lang="en-US" altLang="en-US"/>
              <a:t>Perceived stress is strongly positively correlated with: anxiety symptoms; depressive symptoms; Perceived stress is negatively correlated with:self-rated health, chronotype, self-efficacy, resilience, family support</a:t>
            </a:r>
            <a:endParaRPr lang="en-US" altLang="en-US"/>
          </a:p>
        </p:txBody>
      </p:sp>
      <p:pic>
        <p:nvPicPr>
          <p:cNvPr id="4" name="Picture 3"/>
          <p:cNvPicPr>
            <a:picLocks noChangeAspect="1"/>
          </p:cNvPicPr>
          <p:nvPr/>
        </p:nvPicPr>
        <p:blipFill>
          <a:blip r:embed="rId3"/>
          <a:stretch>
            <a:fillRect/>
          </a:stretch>
        </p:blipFill>
        <p:spPr>
          <a:xfrm>
            <a:off x="7500620" y="1652270"/>
            <a:ext cx="4666615" cy="4172585"/>
          </a:xfrm>
          <a:prstGeom prst="rect">
            <a:avLst/>
          </a:prstGeom>
        </p:spPr>
      </p:pic>
    </p:spTree>
    <p:custDataLst>
      <p:tags r:id="rId4"/>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p:txBody>
          <a:bodyPr/>
          <a:lstStyle/>
          <a:p>
            <a:r>
              <a:rPr lang="en-US" altLang="en-US"/>
              <a:t>OLS results</a:t>
            </a:r>
            <a:endParaRPr lang="en-US" altLang="en-US"/>
          </a:p>
        </p:txBody>
      </p:sp>
      <p:sp>
        <p:nvSpPr>
          <p:cNvPr id="3" name="正文"/>
          <p:cNvSpPr>
            <a:spLocks noGrp="1"/>
          </p:cNvSpPr>
          <p:nvPr>
            <p:ph idx="1"/>
            <p:custDataLst>
              <p:tags r:id="rId2"/>
            </p:custDataLst>
          </p:nvPr>
        </p:nvSpPr>
        <p:spPr>
          <a:xfrm>
            <a:off x="167640" y="987425"/>
            <a:ext cx="12198985" cy="5730240"/>
          </a:xfrm>
        </p:spPr>
        <p:txBody>
          <a:bodyPr>
            <a:normAutofit/>
          </a:bodyPr>
          <a:lstStyle/>
          <a:p>
            <a:pPr marL="0" indent="0">
              <a:buNone/>
            </a:pPr>
            <a:r>
              <a:rPr lang="en-US" altLang="en-US" b="1"/>
              <a:t>Main OLS findings (HC3 robust standard errors)</a:t>
            </a:r>
            <a:endParaRPr lang="en-US" altLang="en-US" b="1"/>
          </a:p>
          <a:p>
            <a:pPr marL="0" indent="0">
              <a:buNone/>
            </a:pPr>
            <a:r>
              <a:rPr lang="en-US" altLang="en-US" b="1"/>
              <a:t>Positive associations with perceived stress: </a:t>
            </a:r>
            <a:r>
              <a:rPr lang="en-US" altLang="en-US"/>
              <a:t>anxiety symptoms, depressive symptoms, job employment status, major life event, debt, adverse childhood experiences, drinking</a:t>
            </a:r>
            <a:endParaRPr lang="en-US" altLang="en-US"/>
          </a:p>
          <a:p>
            <a:pPr marL="0" indent="0">
              <a:buNone/>
            </a:pPr>
            <a:r>
              <a:rPr lang="en-US" altLang="en-US" b="1"/>
              <a:t>Negative associations with perceived stress:</a:t>
            </a:r>
            <a:r>
              <a:rPr lang="en-US" altLang="en-US"/>
              <a:t> education, income, self-rated health, chronotype, self-efficacy, family support</a:t>
            </a:r>
            <a:endParaRPr lang="en-US" altLang="en-US"/>
          </a:p>
          <a:p>
            <a:pPr marL="0" indent="0">
              <a:buNone/>
            </a:pPr>
            <a:r>
              <a:rPr lang="en-US" altLang="en-US" b="1"/>
              <a:t>Most prominent pattern:</a:t>
            </a:r>
            <a:r>
              <a:rPr lang="en-US" altLang="en-US"/>
              <a:t> Anxiety symptoms and depressive symptoms show the strongest positive associations.</a:t>
            </a:r>
            <a:endParaRPr lang="en-US" altLang="en-US"/>
          </a:p>
          <a:p>
            <a:pPr marL="0" indent="0">
              <a:buNone/>
            </a:pPr>
            <a:r>
              <a:rPr lang="en-US" altLang="en-US"/>
              <a:t>Model fit: R² = 0.634</a:t>
            </a:r>
            <a:endParaRPr lang="en-US" altLang="en-US"/>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p:txBody>
          <a:bodyPr/>
          <a:lstStyle/>
          <a:p>
            <a:r>
              <a:rPr lang="en-US" altLang="en-US"/>
              <a:t>Lasso</a:t>
            </a:r>
            <a:endParaRPr lang="en-US" altLang="en-US"/>
          </a:p>
        </p:txBody>
      </p:sp>
      <p:pic>
        <p:nvPicPr>
          <p:cNvPr id="4" name="Content Placeholder 3"/>
          <p:cNvPicPr>
            <a:picLocks noChangeAspect="1"/>
          </p:cNvPicPr>
          <p:nvPr>
            <p:ph idx="1"/>
            <p:custDataLst>
              <p:tags r:id="rId2"/>
            </p:custDataLst>
          </p:nvPr>
        </p:nvPicPr>
        <p:blipFill>
          <a:blip r:embed="rId3"/>
          <a:stretch>
            <a:fillRect/>
          </a:stretch>
        </p:blipFill>
        <p:spPr>
          <a:xfrm>
            <a:off x="4773930" y="0"/>
            <a:ext cx="7418070" cy="3764280"/>
          </a:xfrm>
          <a:prstGeom prst="rect">
            <a:avLst/>
          </a:prstGeom>
        </p:spPr>
      </p:pic>
      <p:sp>
        <p:nvSpPr>
          <p:cNvPr id="5" name="Text Box 4"/>
          <p:cNvSpPr txBox="1"/>
          <p:nvPr/>
        </p:nvSpPr>
        <p:spPr>
          <a:xfrm>
            <a:off x="242570" y="1492250"/>
            <a:ext cx="4378960" cy="4246245"/>
          </a:xfrm>
          <a:prstGeom prst="rect">
            <a:avLst/>
          </a:prstGeom>
          <a:noFill/>
        </p:spPr>
        <p:txBody>
          <a:bodyPr wrap="square" rtlCol="0">
            <a:spAutoFit/>
          </a:bodyPr>
          <a:p>
            <a:pPr algn="l"/>
            <a:r>
              <a:rPr lang="en-US" altLang="en-US" b="1" dirty="0"/>
              <a:t>Positive predictors retained:</a:t>
            </a:r>
            <a:r>
              <a:rPr lang="en-US" altLang="en-US" dirty="0"/>
              <a:t> anxiety symptoms, major life event, depressive symptoms, student status, and adverse childhood experiences.</a:t>
            </a:r>
            <a:endParaRPr lang="en-US" altLang="en-US" dirty="0"/>
          </a:p>
          <a:p>
            <a:pPr algn="l"/>
            <a:endParaRPr lang="en-US" altLang="en-US" b="1" dirty="0"/>
          </a:p>
          <a:p>
            <a:pPr algn="l"/>
            <a:r>
              <a:rPr lang="en-US" altLang="en-US" b="1" dirty="0"/>
              <a:t>Negative predictors retained: </a:t>
            </a:r>
            <a:r>
              <a:rPr lang="en-US" altLang="en-US" dirty="0"/>
              <a:t>chronotype, self-efficacy, income, family support, and self-rated health.</a:t>
            </a:r>
            <a:endParaRPr lang="en-US" altLang="en-US" dirty="0"/>
          </a:p>
          <a:p>
            <a:pPr algn="l"/>
            <a:endParaRPr lang="en-US" altLang="en-US" dirty="0"/>
          </a:p>
          <a:p>
            <a:pPr algn="l"/>
            <a:r>
              <a:rPr lang="en-US" altLang="en-US" b="1" dirty="0"/>
              <a:t>Main takeaway: </a:t>
            </a:r>
            <a:r>
              <a:rPr lang="en-US" altLang="en-US" dirty="0"/>
              <a:t>Anxiety symptoms remain the strongest positive predictor. Even in a more parsimonious model, psychological distress and psychosocial resources still stand out.</a:t>
            </a:r>
            <a:endParaRPr lang="en-US" altLang="en-US" dirty="0"/>
          </a:p>
        </p:txBody>
      </p:sp>
    </p:spTree>
    <p:custDataLst>
      <p:tags r:id="rId4"/>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p:txBody>
          <a:bodyPr/>
          <a:lstStyle/>
          <a:p>
            <a:r>
              <a:rPr lang="en-US" altLang="en-US"/>
              <a:t>Random Forest performance</a:t>
            </a:r>
            <a:endParaRPr lang="en-US" altLang="en-US"/>
          </a:p>
        </p:txBody>
      </p:sp>
      <p:graphicFrame>
        <p:nvGraphicFramePr>
          <p:cNvPr id="4" name="Table 3"/>
          <p:cNvGraphicFramePr/>
          <p:nvPr>
            <p:custDataLst>
              <p:tags r:id="rId2"/>
            </p:custDataLst>
          </p:nvPr>
        </p:nvGraphicFramePr>
        <p:xfrm>
          <a:off x="620395" y="2082165"/>
          <a:ext cx="10642600" cy="1346835"/>
        </p:xfrm>
        <a:graphic>
          <a:graphicData uri="http://schemas.openxmlformats.org/drawingml/2006/table">
            <a:tbl>
              <a:tblPr/>
              <a:tblGrid>
                <a:gridCol w="2660650"/>
                <a:gridCol w="2660650"/>
                <a:gridCol w="2660650"/>
                <a:gridCol w="2660650"/>
              </a:tblGrid>
              <a:tr h="448945">
                <a:tc>
                  <a:txBody>
                    <a:bodyPr/>
                    <a:p>
                      <a:r>
                        <a:rPr lang="en-US" altLang="zh-CN" sz="1100"/>
                        <a:t>Model</a:t>
                      </a:r>
                      <a:endParaRPr lang="en-US" altLang="zh-CN" sz="1100"/>
                    </a:p>
                  </a:txBody>
                  <a:tcPr marL="0" marR="0" marT="0" marB="0" anchor="ctr" anchorCtr="0">
                    <a:lnL>
                      <a:noFill/>
                    </a:lnL>
                    <a:lnR>
                      <a:noFill/>
                    </a:lnR>
                    <a:lnT>
                      <a:noFill/>
                    </a:lnT>
                    <a:lnB>
                      <a:noFill/>
                    </a:lnB>
                    <a:noFill/>
                  </a:tcPr>
                </a:tc>
                <a:tc>
                  <a:txBody>
                    <a:bodyPr/>
                    <a:p>
                      <a:r>
                        <a:rPr lang="en-US" altLang="zh-CN" sz="1100"/>
                        <a:t>RMSE</a:t>
                      </a:r>
                      <a:endParaRPr lang="en-US" altLang="zh-CN" sz="1100"/>
                    </a:p>
                  </a:txBody>
                  <a:tcPr marL="0" marR="0" marT="0" marB="0" anchor="ctr" anchorCtr="0">
                    <a:lnL>
                      <a:noFill/>
                    </a:lnL>
                    <a:lnR>
                      <a:noFill/>
                    </a:lnR>
                    <a:lnT>
                      <a:noFill/>
                    </a:lnT>
                    <a:lnB>
                      <a:noFill/>
                    </a:lnB>
                    <a:noFill/>
                  </a:tcPr>
                </a:tc>
                <a:tc>
                  <a:txBody>
                    <a:bodyPr/>
                    <a:p>
                      <a:r>
                        <a:rPr lang="en-US" altLang="zh-CN" sz="1100"/>
                        <a:t>R²</a:t>
                      </a:r>
                      <a:endParaRPr lang="en-US" altLang="zh-CN" sz="1100"/>
                    </a:p>
                  </a:txBody>
                  <a:tcPr marL="0" marR="0" marT="0" marB="0" anchor="ctr" anchorCtr="0">
                    <a:lnL>
                      <a:noFill/>
                    </a:lnL>
                    <a:lnR>
                      <a:noFill/>
                    </a:lnR>
                    <a:lnT>
                      <a:noFill/>
                    </a:lnT>
                    <a:lnB>
                      <a:noFill/>
                    </a:lnB>
                    <a:noFill/>
                  </a:tcPr>
                </a:tc>
                <a:tc>
                  <a:txBody>
                    <a:bodyPr/>
                    <a:p>
                      <a:r>
                        <a:rPr lang="en-US" altLang="zh-CN" sz="1100"/>
                        <a:t>MAE</a:t>
                      </a:r>
                      <a:endParaRPr lang="en-US" altLang="zh-CN" sz="1100"/>
                    </a:p>
                  </a:txBody>
                  <a:tcPr marL="0" marR="0" marT="0" marB="0" anchor="ctr" anchorCtr="0">
                    <a:lnL>
                      <a:noFill/>
                    </a:lnL>
                    <a:lnR>
                      <a:noFill/>
                    </a:lnR>
                    <a:lnT>
                      <a:noFill/>
                    </a:lnT>
                    <a:lnB>
                      <a:noFill/>
                    </a:lnB>
                    <a:noFill/>
                  </a:tcPr>
                </a:tc>
              </a:tr>
              <a:tr h="448945">
                <a:tc>
                  <a:txBody>
                    <a:bodyPr/>
                    <a:p>
                      <a:r>
                        <a:rPr lang="en-US" altLang="zh-CN" sz="1100"/>
                        <a:t>Full </a:t>
                      </a:r>
                      <a:r>
                        <a:rPr lang="en-US" altLang="zh-CN" sz="1100"/>
                        <a:t>Random </a:t>
                      </a:r>
                      <a:r>
                        <a:rPr lang="en-US" altLang="zh-CN" sz="1100"/>
                        <a:t>Forest</a:t>
                      </a:r>
                      <a:endParaRPr lang="en-US" altLang="zh-CN" sz="1100"/>
                    </a:p>
                  </a:txBody>
                  <a:tcPr marL="0" marR="0" marT="0" marB="0" anchor="ctr" anchorCtr="0">
                    <a:lnL>
                      <a:noFill/>
                    </a:lnL>
                    <a:lnR>
                      <a:noFill/>
                    </a:lnR>
                    <a:lnT>
                      <a:noFill/>
                    </a:lnT>
                    <a:lnB>
                      <a:noFill/>
                    </a:lnB>
                    <a:noFill/>
                  </a:tcPr>
                </a:tc>
                <a:tc>
                  <a:txBody>
                    <a:bodyPr/>
                    <a:p>
                      <a:r>
                        <a:rPr lang="en-US" altLang="zh-CN" sz="1100"/>
                        <a:t>2.180</a:t>
                      </a:r>
                      <a:endParaRPr lang="en-US" altLang="zh-CN" sz="1100"/>
                    </a:p>
                  </a:txBody>
                  <a:tcPr marL="0" marR="0" marT="0" marB="0" anchor="ctr" anchorCtr="0">
                    <a:lnL>
                      <a:noFill/>
                    </a:lnL>
                    <a:lnR>
                      <a:noFill/>
                    </a:lnR>
                    <a:lnT>
                      <a:noFill/>
                    </a:lnT>
                    <a:lnB>
                      <a:noFill/>
                    </a:lnB>
                    <a:noFill/>
                  </a:tcPr>
                </a:tc>
                <a:tc>
                  <a:txBody>
                    <a:bodyPr/>
                    <a:p>
                      <a:r>
                        <a:rPr lang="en-US" altLang="zh-CN" sz="1100"/>
                        <a:t>0.651</a:t>
                      </a:r>
                      <a:endParaRPr lang="en-US" altLang="zh-CN" sz="1100"/>
                    </a:p>
                  </a:txBody>
                  <a:tcPr marL="0" marR="0" marT="0" marB="0" anchor="ctr" anchorCtr="0">
                    <a:lnL>
                      <a:noFill/>
                    </a:lnL>
                    <a:lnR>
                      <a:noFill/>
                    </a:lnR>
                    <a:lnT>
                      <a:noFill/>
                    </a:lnT>
                    <a:lnB>
                      <a:noFill/>
                    </a:lnB>
                    <a:noFill/>
                  </a:tcPr>
                </a:tc>
                <a:tc>
                  <a:txBody>
                    <a:bodyPr/>
                    <a:p>
                      <a:r>
                        <a:rPr lang="en-US" altLang="zh-CN" sz="1100"/>
                        <a:t>1.640</a:t>
                      </a:r>
                      <a:endParaRPr lang="en-US" altLang="zh-CN" sz="1100"/>
                    </a:p>
                  </a:txBody>
                  <a:tcPr marL="0" marR="0" marT="0" marB="0" anchor="ctr" anchorCtr="0">
                    <a:lnL>
                      <a:noFill/>
                    </a:lnL>
                    <a:lnR>
                      <a:noFill/>
                    </a:lnR>
                    <a:lnT>
                      <a:noFill/>
                    </a:lnT>
                    <a:lnB>
                      <a:noFill/>
                    </a:lnB>
                    <a:noFill/>
                  </a:tcPr>
                </a:tc>
              </a:tr>
              <a:tr h="448945">
                <a:tc>
                  <a:txBody>
                    <a:bodyPr/>
                    <a:p>
                      <a:r>
                        <a:rPr lang="en-US" altLang="zh-CN" sz="1100"/>
                        <a:t>LASSO-</a:t>
                      </a:r>
                      <a:r>
                        <a:rPr lang="en-US" altLang="zh-CN" sz="1100"/>
                        <a:t>based </a:t>
                      </a:r>
                      <a:r>
                        <a:rPr lang="en-US" altLang="zh-CN" sz="1100"/>
                        <a:t>Random </a:t>
                      </a:r>
                      <a:r>
                        <a:rPr lang="en-US" altLang="zh-CN" sz="1100"/>
                        <a:t>Forest</a:t>
                      </a:r>
                      <a:endParaRPr lang="en-US" altLang="zh-CN" sz="1100"/>
                    </a:p>
                  </a:txBody>
                  <a:tcPr marL="0" marR="0" marT="0" marB="0" anchor="ctr" anchorCtr="0">
                    <a:lnL>
                      <a:noFill/>
                    </a:lnL>
                    <a:lnR>
                      <a:noFill/>
                    </a:lnR>
                    <a:lnT>
                      <a:noFill/>
                    </a:lnT>
                    <a:lnB>
                      <a:noFill/>
                    </a:lnB>
                    <a:noFill/>
                  </a:tcPr>
                </a:tc>
                <a:tc>
                  <a:txBody>
                    <a:bodyPr/>
                    <a:p>
                      <a:r>
                        <a:rPr lang="en-US" altLang="zh-CN" sz="1100"/>
                        <a:t>2.172</a:t>
                      </a:r>
                      <a:endParaRPr lang="en-US" altLang="zh-CN" sz="1100"/>
                    </a:p>
                  </a:txBody>
                  <a:tcPr marL="0" marR="0" marT="0" marB="0" anchor="ctr" anchorCtr="0">
                    <a:lnL>
                      <a:noFill/>
                    </a:lnL>
                    <a:lnR>
                      <a:noFill/>
                    </a:lnR>
                    <a:lnT>
                      <a:noFill/>
                    </a:lnT>
                    <a:lnB>
                      <a:noFill/>
                    </a:lnB>
                    <a:noFill/>
                  </a:tcPr>
                </a:tc>
                <a:tc>
                  <a:txBody>
                    <a:bodyPr/>
                    <a:p>
                      <a:r>
                        <a:rPr lang="en-US" altLang="zh-CN" sz="1100"/>
                        <a:t>0.654</a:t>
                      </a:r>
                      <a:endParaRPr lang="en-US" altLang="zh-CN" sz="1100"/>
                    </a:p>
                  </a:txBody>
                  <a:tcPr marL="0" marR="0" marT="0" marB="0" anchor="ctr" anchorCtr="0">
                    <a:lnL>
                      <a:noFill/>
                    </a:lnL>
                    <a:lnR>
                      <a:noFill/>
                    </a:lnR>
                    <a:lnT>
                      <a:noFill/>
                    </a:lnT>
                    <a:lnB>
                      <a:noFill/>
                    </a:lnB>
                    <a:noFill/>
                  </a:tcPr>
                </a:tc>
                <a:tc>
                  <a:txBody>
                    <a:bodyPr/>
                    <a:p>
                      <a:r>
                        <a:rPr lang="en-US" altLang="zh-CN" sz="1100"/>
                        <a:t>1.653</a:t>
                      </a:r>
                      <a:endParaRPr lang="en-US" altLang="zh-CN" sz="1100"/>
                    </a:p>
                  </a:txBody>
                  <a:tcPr marL="0" marR="0" marT="0" marB="0" anchor="ctr" anchorCtr="0">
                    <a:lnL>
                      <a:noFill/>
                    </a:lnL>
                    <a:lnR>
                      <a:noFill/>
                    </a:lnR>
                    <a:lnT>
                      <a:noFill/>
                    </a:lnT>
                    <a:lnB>
                      <a:noFill/>
                    </a:lnB>
                    <a:noFill/>
                  </a:tcPr>
                </a:tc>
              </a:tr>
            </a:tbl>
          </a:graphicData>
        </a:graphic>
      </p:graphicFrame>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p:txBody>
          <a:bodyPr/>
          <a:lstStyle/>
          <a:p>
            <a:r>
              <a:rPr lang="en-US" altLang="en-US"/>
              <a:t>Random Forest performance</a:t>
            </a:r>
            <a:endParaRPr lang="en-US" altLang="en-US"/>
          </a:p>
        </p:txBody>
      </p:sp>
      <p:pic>
        <p:nvPicPr>
          <p:cNvPr id="5" name="Picture 4"/>
          <p:cNvPicPr>
            <a:picLocks noChangeAspect="1"/>
          </p:cNvPicPr>
          <p:nvPr/>
        </p:nvPicPr>
        <p:blipFill>
          <a:blip r:embed="rId2"/>
          <a:stretch>
            <a:fillRect/>
          </a:stretch>
        </p:blipFill>
        <p:spPr>
          <a:xfrm>
            <a:off x="4434840" y="1270635"/>
            <a:ext cx="8589010" cy="4331335"/>
          </a:xfrm>
          <a:prstGeom prst="rect">
            <a:avLst/>
          </a:prstGeom>
        </p:spPr>
      </p:pic>
      <p:sp>
        <p:nvSpPr>
          <p:cNvPr id="3" name="Text Box 2"/>
          <p:cNvSpPr txBox="1"/>
          <p:nvPr/>
        </p:nvSpPr>
        <p:spPr>
          <a:xfrm>
            <a:off x="0" y="1325245"/>
            <a:ext cx="4662805" cy="4276725"/>
          </a:xfrm>
          <a:prstGeom prst="rect">
            <a:avLst/>
          </a:prstGeom>
        </p:spPr>
        <p:txBody>
          <a:bodyPr wrap="square">
            <a:spAutoFit/>
          </a:bodyPr>
          <a:p>
            <a:r>
              <a:rPr lang="en-US" altLang="zh-CN" sz="1600" b="1"/>
              <a:t>Top predictors in the full Random Forest model: </a:t>
            </a:r>
            <a:endParaRPr lang="en-US" altLang="zh-CN" sz="1600" b="1"/>
          </a:p>
          <a:p>
            <a:r>
              <a:rPr lang="en-US" altLang="zh-CN" sz="1600"/>
              <a:t>anxiety symptoms, depressive symptoms, self-efficacy, social support, chronotype, family support, major life event, self-rated health, age, and resilience.</a:t>
            </a:r>
            <a:endParaRPr lang="en-US" altLang="zh-CN" sz="1600"/>
          </a:p>
          <a:p>
            <a:endParaRPr lang="en-US" altLang="zh-CN" sz="1600"/>
          </a:p>
          <a:p>
            <a:r>
              <a:rPr lang="en-US" altLang="zh-CN" sz="1600" b="1"/>
              <a:t>Main takeaway:</a:t>
            </a:r>
            <a:endParaRPr lang="en-US" altLang="zh-CN" sz="1600" b="1"/>
          </a:p>
          <a:p>
            <a:r>
              <a:rPr lang="en-US" altLang="zh-CN" sz="1600"/>
              <a:t>Anxiety symptoms are the most important predictor by a large margin. Depressive symptoms are the second most important predictor.</a:t>
            </a:r>
            <a:endParaRPr lang="en-US" altLang="zh-CN" sz="1600"/>
          </a:p>
          <a:p>
            <a:endParaRPr lang="en-US" altLang="zh-CN" sz="1600"/>
          </a:p>
          <a:p>
            <a:r>
              <a:rPr lang="en-US" altLang="zh-CN" sz="1600" b="1"/>
              <a:t>Interpretation:</a:t>
            </a:r>
            <a:endParaRPr lang="en-US" altLang="zh-CN" sz="1600" b="1"/>
          </a:p>
          <a:p>
            <a:r>
              <a:rPr lang="en-US" altLang="zh-CN" sz="1600"/>
              <a:t>Psychosocial resources also remain highly important. SHAP results support the broader pattern found in OLS and LASSO.</a:t>
            </a:r>
            <a:endParaRPr lang="en-US" altLang="zh-CN" sz="1600"/>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p:txBody>
          <a:bodyPr/>
          <a:lstStyle/>
          <a:p>
            <a:r>
              <a:rPr lang="en-US" altLang="en-US"/>
              <a:t>model comparison</a:t>
            </a:r>
            <a:endParaRPr lang="en-US" altLang="en-US"/>
          </a:p>
        </p:txBody>
      </p:sp>
      <p:graphicFrame>
        <p:nvGraphicFramePr>
          <p:cNvPr id="4" name="Table 3"/>
          <p:cNvGraphicFramePr/>
          <p:nvPr>
            <p:custDataLst>
              <p:tags r:id="rId2"/>
            </p:custDataLst>
          </p:nvPr>
        </p:nvGraphicFramePr>
        <p:xfrm>
          <a:off x="335280" y="1303655"/>
          <a:ext cx="10701020" cy="4603750"/>
        </p:xfrm>
        <a:graphic>
          <a:graphicData uri="http://schemas.openxmlformats.org/drawingml/2006/table">
            <a:tbl>
              <a:tblPr/>
              <a:tblGrid>
                <a:gridCol w="2675255"/>
                <a:gridCol w="1931035"/>
                <a:gridCol w="3419475"/>
                <a:gridCol w="2675255"/>
              </a:tblGrid>
              <a:tr h="191770">
                <a:tc>
                  <a:txBody>
                    <a:bodyPr/>
                    <a:p>
                      <a:r>
                        <a:rPr lang="en-US" altLang="zh-CN" sz="1100"/>
                        <a:t>Model</a:t>
                      </a:r>
                      <a:endParaRPr lang="en-US" altLang="zh-CN" sz="1100"/>
                    </a:p>
                  </a:txBody>
                  <a:tcPr marL="0" marR="0" marT="0" marB="0" anchor="ctr" anchorCtr="0">
                    <a:lnL>
                      <a:noFill/>
                    </a:lnL>
                    <a:lnR>
                      <a:noFill/>
                    </a:lnR>
                    <a:lnT>
                      <a:noFill/>
                    </a:lnT>
                    <a:lnB>
                      <a:noFill/>
                    </a:lnB>
                    <a:noFill/>
                  </a:tcPr>
                </a:tc>
                <a:tc>
                  <a:txBody>
                    <a:bodyPr/>
                    <a:p>
                      <a:r>
                        <a:rPr lang="en-US" altLang="zh-CN" sz="1100"/>
                        <a:t>Main </a:t>
                      </a:r>
                      <a:r>
                        <a:rPr lang="en-US" altLang="zh-CN" sz="1100"/>
                        <a:t>purpose</a:t>
                      </a:r>
                      <a:endParaRPr lang="en-US" altLang="zh-CN" sz="1100"/>
                    </a:p>
                  </a:txBody>
                  <a:tcPr marL="0" marR="0" marT="0" marB="0" anchor="ctr" anchorCtr="0">
                    <a:lnL>
                      <a:noFill/>
                    </a:lnL>
                    <a:lnR>
                      <a:noFill/>
                    </a:lnR>
                    <a:lnT>
                      <a:noFill/>
                    </a:lnT>
                    <a:lnB>
                      <a:noFill/>
                    </a:lnB>
                    <a:noFill/>
                  </a:tcPr>
                </a:tc>
                <a:tc>
                  <a:txBody>
                    <a:bodyPr/>
                    <a:p>
                      <a:r>
                        <a:rPr lang="en-US" altLang="zh-CN" sz="1100"/>
                        <a:t>Main </a:t>
                      </a:r>
                      <a:r>
                        <a:rPr lang="en-US" altLang="zh-CN" sz="1100"/>
                        <a:t>result</a:t>
                      </a:r>
                      <a:endParaRPr lang="en-US" altLang="zh-CN" sz="1100"/>
                    </a:p>
                  </a:txBody>
                  <a:tcPr marL="0" marR="0" marT="0" marB="0" anchor="ctr" anchorCtr="0">
                    <a:lnL>
                      <a:noFill/>
                    </a:lnL>
                    <a:lnR>
                      <a:noFill/>
                    </a:lnR>
                    <a:lnT>
                      <a:noFill/>
                    </a:lnT>
                    <a:lnB>
                      <a:noFill/>
                    </a:lnB>
                    <a:noFill/>
                  </a:tcPr>
                </a:tc>
                <a:tc>
                  <a:txBody>
                    <a:bodyPr/>
                    <a:p>
                      <a:r>
                        <a:rPr lang="en-US" altLang="zh-CN" sz="1100"/>
                        <a:t>Performance / </a:t>
                      </a:r>
                      <a:r>
                        <a:rPr lang="en-US" altLang="zh-CN" sz="1100"/>
                        <a:t>key </a:t>
                      </a:r>
                      <a:r>
                        <a:rPr lang="en-US" altLang="zh-CN" sz="1100"/>
                        <a:t>output</a:t>
                      </a:r>
                      <a:endParaRPr lang="en-US" altLang="zh-CN" sz="1100"/>
                    </a:p>
                  </a:txBody>
                  <a:tcPr marL="0" marR="0" marT="0" marB="0" anchor="ctr" anchorCtr="0">
                    <a:lnL>
                      <a:noFill/>
                    </a:lnL>
                    <a:lnR>
                      <a:noFill/>
                    </a:lnR>
                    <a:lnT>
                      <a:noFill/>
                    </a:lnT>
                    <a:lnB>
                      <a:noFill/>
                    </a:lnB>
                    <a:noFill/>
                  </a:tcPr>
                </a:tc>
              </a:tr>
              <a:tr h="1343025">
                <a:tc>
                  <a:txBody>
                    <a:bodyPr/>
                    <a:p>
                      <a:r>
                        <a:rPr lang="en-US" altLang="zh-CN" sz="1100"/>
                        <a:t>OLS</a:t>
                      </a:r>
                      <a:endParaRPr lang="en-US" altLang="zh-CN" sz="1100"/>
                    </a:p>
                  </a:txBody>
                  <a:tcPr marL="0" marR="0" marT="0" marB="0" anchor="ctr" anchorCtr="0">
                    <a:lnL>
                      <a:noFill/>
                    </a:lnL>
                    <a:lnR>
                      <a:noFill/>
                    </a:lnR>
                    <a:lnT>
                      <a:noFill/>
                    </a:lnT>
                    <a:lnB>
                      <a:noFill/>
                    </a:lnB>
                    <a:noFill/>
                  </a:tcPr>
                </a:tc>
                <a:tc>
                  <a:txBody>
                    <a:bodyPr/>
                    <a:p>
                      <a:r>
                        <a:rPr lang="en-US" altLang="zh-CN" sz="1100"/>
                        <a:t>Interpretation</a:t>
                      </a:r>
                      <a:endParaRPr lang="en-US" altLang="zh-CN" sz="1100"/>
                    </a:p>
                  </a:txBody>
                  <a:tcPr marL="0" marR="0" marT="0" marB="0" anchor="ctr" anchorCtr="0">
                    <a:lnL>
                      <a:noFill/>
                    </a:lnL>
                    <a:lnR>
                      <a:noFill/>
                    </a:lnR>
                    <a:lnT>
                      <a:noFill/>
                    </a:lnT>
                    <a:lnB>
                      <a:noFill/>
                    </a:lnB>
                    <a:noFill/>
                  </a:tcPr>
                </a:tc>
                <a:tc>
                  <a:txBody>
                    <a:bodyPr/>
                    <a:p>
                      <a:r>
                        <a:rPr lang="en-US" altLang="zh-CN" sz="1100"/>
                        <a:t>Anxiety </a:t>
                      </a:r>
                      <a:r>
                        <a:rPr lang="en-US" altLang="zh-CN" sz="1100"/>
                        <a:t>symptoms </a:t>
                      </a:r>
                      <a:r>
                        <a:rPr lang="en-US" altLang="zh-CN" sz="1100"/>
                        <a:t>and </a:t>
                      </a:r>
                      <a:r>
                        <a:rPr lang="en-US" altLang="zh-CN" sz="1100"/>
                        <a:t>depressive </a:t>
                      </a:r>
                      <a:r>
                        <a:rPr lang="en-US" altLang="zh-CN" sz="1100"/>
                        <a:t>symptoms </a:t>
                      </a:r>
                      <a:r>
                        <a:rPr lang="en-US" altLang="zh-CN" sz="1100"/>
                        <a:t>show </a:t>
                      </a:r>
                      <a:r>
                        <a:rPr lang="en-US" altLang="zh-CN" sz="1100"/>
                        <a:t>the </a:t>
                      </a:r>
                      <a:r>
                        <a:rPr lang="en-US" altLang="zh-CN" sz="1100"/>
                        <a:t>strongest </a:t>
                      </a:r>
                      <a:r>
                        <a:rPr lang="en-US" altLang="zh-CN" sz="1100"/>
                        <a:t>positive </a:t>
                      </a:r>
                      <a:r>
                        <a:rPr lang="en-US" altLang="zh-CN" sz="1100"/>
                        <a:t>associations </a:t>
                      </a:r>
                      <a:r>
                        <a:rPr lang="en-US" altLang="zh-CN" sz="1100"/>
                        <a:t>with </a:t>
                      </a:r>
                      <a:r>
                        <a:rPr lang="en-US" altLang="zh-CN" sz="1100"/>
                        <a:t>perceived </a:t>
                      </a:r>
                      <a:r>
                        <a:rPr lang="en-US" altLang="zh-CN" sz="1100"/>
                        <a:t>stress. </a:t>
                      </a:r>
                      <a:r>
                        <a:rPr lang="en-US" altLang="zh-CN" sz="1100"/>
                        <a:t>Education, </a:t>
                      </a:r>
                      <a:r>
                        <a:rPr lang="en-US" altLang="zh-CN" sz="1100"/>
                        <a:t>income, </a:t>
                      </a:r>
                      <a:r>
                        <a:rPr lang="en-US" altLang="zh-CN" sz="1100"/>
                        <a:t>self-</a:t>
                      </a:r>
                      <a:r>
                        <a:rPr lang="en-US" altLang="zh-CN" sz="1100"/>
                        <a:t>rated </a:t>
                      </a:r>
                      <a:r>
                        <a:rPr lang="en-US" altLang="zh-CN" sz="1100"/>
                        <a:t>health, </a:t>
                      </a:r>
                      <a:r>
                        <a:rPr lang="en-US" altLang="zh-CN" sz="1100"/>
                        <a:t>chronotype, </a:t>
                      </a:r>
                      <a:r>
                        <a:rPr lang="en-US" altLang="zh-CN" sz="1100"/>
                        <a:t>self-</a:t>
                      </a:r>
                      <a:r>
                        <a:rPr lang="en-US" altLang="zh-CN" sz="1100"/>
                        <a:t>efficacy, </a:t>
                      </a:r>
                      <a:r>
                        <a:rPr lang="en-US" altLang="zh-CN" sz="1100"/>
                        <a:t>and </a:t>
                      </a:r>
                      <a:r>
                        <a:rPr lang="en-US" altLang="zh-CN" sz="1100"/>
                        <a:t>family </a:t>
                      </a:r>
                      <a:r>
                        <a:rPr lang="en-US" altLang="zh-CN" sz="1100"/>
                        <a:t>support </a:t>
                      </a:r>
                      <a:r>
                        <a:rPr lang="en-US" altLang="zh-CN" sz="1100"/>
                        <a:t>are </a:t>
                      </a:r>
                      <a:r>
                        <a:rPr lang="en-US" altLang="zh-CN" sz="1100"/>
                        <a:t>negatively </a:t>
                      </a:r>
                      <a:r>
                        <a:rPr lang="en-US" altLang="zh-CN" sz="1100"/>
                        <a:t>associated </a:t>
                      </a:r>
                      <a:r>
                        <a:rPr lang="en-US" altLang="zh-CN" sz="1100"/>
                        <a:t>with </a:t>
                      </a:r>
                      <a:r>
                        <a:rPr lang="en-US" altLang="zh-CN" sz="1100"/>
                        <a:t>perceived </a:t>
                      </a:r>
                      <a:r>
                        <a:rPr lang="en-US" altLang="zh-CN" sz="1100"/>
                        <a:t>stress.</a:t>
                      </a:r>
                      <a:endParaRPr lang="en-US" altLang="zh-CN" sz="1100"/>
                    </a:p>
                  </a:txBody>
                  <a:tcPr marL="0" marR="0" marT="0" marB="0" anchor="ctr" anchorCtr="0">
                    <a:lnL>
                      <a:noFill/>
                    </a:lnL>
                    <a:lnR>
                      <a:noFill/>
                    </a:lnR>
                    <a:lnT>
                      <a:noFill/>
                    </a:lnT>
                    <a:lnB>
                      <a:noFill/>
                    </a:lnB>
                    <a:noFill/>
                  </a:tcPr>
                </a:tc>
                <a:tc>
                  <a:txBody>
                    <a:bodyPr/>
                    <a:p>
                      <a:r>
                        <a:rPr lang="en-US" altLang="zh-CN" sz="1100"/>
                        <a:t>R² = </a:t>
                      </a:r>
                      <a:r>
                        <a:rPr lang="en-US" altLang="zh-CN" sz="1100"/>
                        <a:t>0.634</a:t>
                      </a:r>
                      <a:endParaRPr lang="en-US" altLang="zh-CN" sz="1100"/>
                    </a:p>
                  </a:txBody>
                  <a:tcPr marL="0" marR="0" marT="0" marB="0" anchor="ctr" anchorCtr="0">
                    <a:lnL>
                      <a:noFill/>
                    </a:lnL>
                    <a:lnR>
                      <a:noFill/>
                    </a:lnR>
                    <a:lnT>
                      <a:noFill/>
                    </a:lnT>
                    <a:lnB>
                      <a:noFill/>
                    </a:lnB>
                    <a:noFill/>
                  </a:tcPr>
                </a:tc>
              </a:tr>
              <a:tr h="1342390">
                <a:tc>
                  <a:txBody>
                    <a:bodyPr/>
                    <a:p>
                      <a:r>
                        <a:rPr lang="en-US" altLang="zh-CN" sz="1100"/>
                        <a:t>LASSO</a:t>
                      </a:r>
                      <a:endParaRPr lang="en-US" altLang="zh-CN" sz="1100"/>
                    </a:p>
                  </a:txBody>
                  <a:tcPr marL="0" marR="0" marT="0" marB="0" anchor="ctr" anchorCtr="0">
                    <a:lnL>
                      <a:noFill/>
                    </a:lnL>
                    <a:lnR>
                      <a:noFill/>
                    </a:lnR>
                    <a:lnT>
                      <a:noFill/>
                    </a:lnT>
                    <a:lnB>
                      <a:noFill/>
                    </a:lnB>
                    <a:noFill/>
                  </a:tcPr>
                </a:tc>
                <a:tc>
                  <a:txBody>
                    <a:bodyPr/>
                    <a:p>
                      <a:r>
                        <a:rPr lang="en-US" altLang="zh-CN" sz="1100"/>
                        <a:t>Variable </a:t>
                      </a:r>
                      <a:r>
                        <a:rPr lang="en-US" altLang="zh-CN" sz="1100"/>
                        <a:t>selection</a:t>
                      </a:r>
                      <a:endParaRPr lang="en-US" altLang="zh-CN" sz="1100"/>
                    </a:p>
                  </a:txBody>
                  <a:tcPr marL="0" marR="0" marT="0" marB="0" anchor="ctr" anchorCtr="0">
                    <a:lnL>
                      <a:noFill/>
                    </a:lnL>
                    <a:lnR>
                      <a:noFill/>
                    </a:lnR>
                    <a:lnT>
                      <a:noFill/>
                    </a:lnT>
                    <a:lnB>
                      <a:noFill/>
                    </a:lnB>
                    <a:noFill/>
                  </a:tcPr>
                </a:tc>
                <a:tc>
                  <a:txBody>
                    <a:bodyPr/>
                    <a:p>
                      <a:r>
                        <a:rPr lang="en-US" altLang="zh-CN" sz="1100"/>
                        <a:t>Positive </a:t>
                      </a:r>
                      <a:r>
                        <a:rPr lang="en-US" altLang="zh-CN" sz="1100"/>
                        <a:t>predictors </a:t>
                      </a:r>
                      <a:r>
                        <a:rPr lang="en-US" altLang="zh-CN" sz="1100"/>
                        <a:t>retained: </a:t>
                      </a:r>
                      <a:r>
                        <a:rPr lang="en-US" altLang="zh-CN" sz="1100"/>
                        <a:t>anxiety </a:t>
                      </a:r>
                      <a:r>
                        <a:rPr lang="en-US" altLang="zh-CN" sz="1100"/>
                        <a:t>symptoms, </a:t>
                      </a:r>
                      <a:r>
                        <a:rPr lang="en-US" altLang="zh-CN" sz="1100"/>
                        <a:t>major </a:t>
                      </a:r>
                      <a:r>
                        <a:rPr lang="en-US" altLang="zh-CN" sz="1100"/>
                        <a:t>life </a:t>
                      </a:r>
                      <a:r>
                        <a:rPr lang="en-US" altLang="zh-CN" sz="1100"/>
                        <a:t>event, </a:t>
                      </a:r>
                      <a:r>
                        <a:rPr lang="en-US" altLang="zh-CN" sz="1100"/>
                        <a:t>depressive </a:t>
                      </a:r>
                      <a:r>
                        <a:rPr lang="en-US" altLang="zh-CN" sz="1100"/>
                        <a:t>symptoms, </a:t>
                      </a:r>
                      <a:r>
                        <a:rPr lang="en-US" altLang="zh-CN" sz="1100"/>
                        <a:t>student </a:t>
                      </a:r>
                      <a:r>
                        <a:rPr lang="en-US" altLang="zh-CN" sz="1100"/>
                        <a:t>status, </a:t>
                      </a:r>
                      <a:r>
                        <a:rPr lang="en-US" altLang="zh-CN" sz="1100"/>
                        <a:t>and </a:t>
                      </a:r>
                      <a:r>
                        <a:rPr lang="en-US" altLang="zh-CN" sz="1100"/>
                        <a:t>adverse </a:t>
                      </a:r>
                      <a:r>
                        <a:rPr lang="en-US" altLang="zh-CN" sz="1100"/>
                        <a:t>childhood </a:t>
                      </a:r>
                      <a:r>
                        <a:rPr lang="en-US" altLang="zh-CN" sz="1100"/>
                        <a:t>experiences. </a:t>
                      </a:r>
                      <a:r>
                        <a:rPr lang="en-US" altLang="zh-CN" sz="1100"/>
                        <a:t>Negative </a:t>
                      </a:r>
                      <a:r>
                        <a:rPr lang="en-US" altLang="zh-CN" sz="1100"/>
                        <a:t>predictors </a:t>
                      </a:r>
                      <a:r>
                        <a:rPr lang="en-US" altLang="zh-CN" sz="1100"/>
                        <a:t>retained: </a:t>
                      </a:r>
                      <a:r>
                        <a:rPr lang="en-US" altLang="zh-CN" sz="1100"/>
                        <a:t>chronotype, </a:t>
                      </a:r>
                      <a:r>
                        <a:rPr lang="en-US" altLang="zh-CN" sz="1100"/>
                        <a:t>self-</a:t>
                      </a:r>
                      <a:r>
                        <a:rPr lang="en-US" altLang="zh-CN" sz="1100"/>
                        <a:t>efficacy, </a:t>
                      </a:r>
                      <a:r>
                        <a:rPr lang="en-US" altLang="zh-CN" sz="1100"/>
                        <a:t>income, </a:t>
                      </a:r>
                      <a:r>
                        <a:rPr lang="en-US" altLang="zh-CN" sz="1100"/>
                        <a:t>family </a:t>
                      </a:r>
                      <a:r>
                        <a:rPr lang="en-US" altLang="zh-CN" sz="1100"/>
                        <a:t>support, </a:t>
                      </a:r>
                      <a:r>
                        <a:rPr lang="en-US" altLang="zh-CN" sz="1100"/>
                        <a:t>and </a:t>
                      </a:r>
                      <a:r>
                        <a:rPr lang="en-US" altLang="zh-CN" sz="1100"/>
                        <a:t>self-</a:t>
                      </a:r>
                      <a:r>
                        <a:rPr lang="en-US" altLang="zh-CN" sz="1100"/>
                        <a:t>rated </a:t>
                      </a:r>
                      <a:r>
                        <a:rPr lang="en-US" altLang="zh-CN" sz="1100"/>
                        <a:t>health.</a:t>
                      </a:r>
                      <a:endParaRPr lang="en-US" altLang="zh-CN" sz="1100"/>
                    </a:p>
                  </a:txBody>
                  <a:tcPr marL="0" marR="0" marT="0" marB="0" anchor="ctr" anchorCtr="0">
                    <a:lnL>
                      <a:noFill/>
                    </a:lnL>
                    <a:lnR>
                      <a:noFill/>
                    </a:lnR>
                    <a:lnT>
                      <a:noFill/>
                    </a:lnT>
                    <a:lnB>
                      <a:noFill/>
                    </a:lnB>
                    <a:noFill/>
                  </a:tcPr>
                </a:tc>
                <a:tc>
                  <a:txBody>
                    <a:bodyPr/>
                    <a:p>
                      <a:r>
                        <a:rPr lang="en-US" altLang="zh-CN" sz="1100"/>
                        <a:t>Most </a:t>
                      </a:r>
                      <a:r>
                        <a:rPr lang="en-US" altLang="zh-CN" sz="1100"/>
                        <a:t>important </a:t>
                      </a:r>
                      <a:r>
                        <a:rPr lang="en-US" altLang="zh-CN" sz="1100"/>
                        <a:t>retained </a:t>
                      </a:r>
                      <a:r>
                        <a:rPr lang="en-US" altLang="zh-CN" sz="1100"/>
                        <a:t>positive </a:t>
                      </a:r>
                      <a:r>
                        <a:rPr lang="en-US" altLang="zh-CN" sz="1100"/>
                        <a:t>predictor: </a:t>
                      </a:r>
                      <a:r>
                        <a:rPr lang="en-US" altLang="zh-CN" sz="1100"/>
                        <a:t>anxiety </a:t>
                      </a:r>
                      <a:r>
                        <a:rPr lang="en-US" altLang="zh-CN" sz="1100"/>
                        <a:t>symptoms</a:t>
                      </a:r>
                      <a:endParaRPr lang="en-US" altLang="zh-CN" sz="1100"/>
                    </a:p>
                  </a:txBody>
                  <a:tcPr marL="0" marR="0" marT="0" marB="0" anchor="ctr" anchorCtr="0">
                    <a:lnL>
                      <a:noFill/>
                    </a:lnL>
                    <a:lnR>
                      <a:noFill/>
                    </a:lnR>
                    <a:lnT>
                      <a:noFill/>
                    </a:lnT>
                    <a:lnB>
                      <a:noFill/>
                    </a:lnB>
                    <a:noFill/>
                  </a:tcPr>
                </a:tc>
              </a:tr>
              <a:tr h="383540">
                <a:tc>
                  <a:txBody>
                    <a:bodyPr/>
                    <a:p>
                      <a:r>
                        <a:rPr lang="en-US" altLang="zh-CN" sz="1100"/>
                        <a:t>Full </a:t>
                      </a:r>
                      <a:r>
                        <a:rPr lang="en-US" altLang="zh-CN" sz="1100"/>
                        <a:t>Random </a:t>
                      </a:r>
                      <a:r>
                        <a:rPr lang="en-US" altLang="zh-CN" sz="1100"/>
                        <a:t>Forest</a:t>
                      </a:r>
                      <a:endParaRPr lang="en-US" altLang="zh-CN" sz="1100"/>
                    </a:p>
                  </a:txBody>
                  <a:tcPr marL="0" marR="0" marT="0" marB="0" anchor="ctr" anchorCtr="0">
                    <a:lnL>
                      <a:noFill/>
                    </a:lnL>
                    <a:lnR>
                      <a:noFill/>
                    </a:lnR>
                    <a:lnT>
                      <a:noFill/>
                    </a:lnT>
                    <a:lnB>
                      <a:noFill/>
                    </a:lnB>
                    <a:noFill/>
                  </a:tcPr>
                </a:tc>
                <a:tc>
                  <a:txBody>
                    <a:bodyPr/>
                    <a:p>
                      <a:r>
                        <a:rPr lang="en-US" altLang="zh-CN" sz="1100"/>
                        <a:t>Prediction</a:t>
                      </a:r>
                      <a:endParaRPr lang="en-US" altLang="zh-CN" sz="1100"/>
                    </a:p>
                  </a:txBody>
                  <a:tcPr marL="0" marR="0" marT="0" marB="0" anchor="ctr" anchorCtr="0">
                    <a:lnL>
                      <a:noFill/>
                    </a:lnL>
                    <a:lnR>
                      <a:noFill/>
                    </a:lnR>
                    <a:lnT>
                      <a:noFill/>
                    </a:lnT>
                    <a:lnB>
                      <a:noFill/>
                    </a:lnB>
                    <a:noFill/>
                  </a:tcPr>
                </a:tc>
                <a:tc>
                  <a:txBody>
                    <a:bodyPr/>
                    <a:p>
                      <a:r>
                        <a:rPr lang="en-US" altLang="zh-CN" sz="1100"/>
                        <a:t>Flexible </a:t>
                      </a:r>
                      <a:r>
                        <a:rPr lang="en-US" altLang="zh-CN" sz="1100"/>
                        <a:t>model </a:t>
                      </a:r>
                      <a:r>
                        <a:rPr lang="en-US" altLang="zh-CN" sz="1100"/>
                        <a:t>using </a:t>
                      </a:r>
                      <a:r>
                        <a:rPr lang="en-US" altLang="zh-CN" sz="1100"/>
                        <a:t>the </a:t>
                      </a:r>
                      <a:r>
                        <a:rPr lang="en-US" altLang="zh-CN" sz="1100"/>
                        <a:t>full </a:t>
                      </a:r>
                      <a:r>
                        <a:rPr lang="en-US" altLang="zh-CN" sz="1100"/>
                        <a:t>set </a:t>
                      </a:r>
                      <a:r>
                        <a:rPr lang="en-US" altLang="zh-CN" sz="1100"/>
                        <a:t>of </a:t>
                      </a:r>
                      <a:r>
                        <a:rPr lang="en-US" altLang="zh-CN" sz="1100"/>
                        <a:t>predictors.</a:t>
                      </a:r>
                      <a:endParaRPr lang="en-US" altLang="zh-CN" sz="1100"/>
                    </a:p>
                  </a:txBody>
                  <a:tcPr marL="0" marR="0" marT="0" marB="0" anchor="ctr" anchorCtr="0">
                    <a:lnL>
                      <a:noFill/>
                    </a:lnL>
                    <a:lnR>
                      <a:noFill/>
                    </a:lnR>
                    <a:lnT>
                      <a:noFill/>
                    </a:lnT>
                    <a:lnB>
                      <a:noFill/>
                    </a:lnB>
                    <a:noFill/>
                  </a:tcPr>
                </a:tc>
                <a:tc>
                  <a:txBody>
                    <a:bodyPr/>
                    <a:p>
                      <a:r>
                        <a:rPr lang="en-US" altLang="zh-CN" sz="1100"/>
                        <a:t>RMSE = </a:t>
                      </a:r>
                      <a:r>
                        <a:rPr lang="en-US" altLang="zh-CN" sz="1100"/>
                        <a:t>2.180, </a:t>
                      </a:r>
                      <a:r>
                        <a:rPr lang="en-US" altLang="zh-CN" sz="1100"/>
                        <a:t>R² = </a:t>
                      </a:r>
                      <a:r>
                        <a:rPr lang="en-US" altLang="zh-CN" sz="1100"/>
                        <a:t>0.651, </a:t>
                      </a:r>
                      <a:r>
                        <a:rPr lang="en-US" altLang="zh-CN" sz="1100"/>
                        <a:t>MAE = </a:t>
                      </a:r>
                      <a:r>
                        <a:rPr lang="en-US" altLang="zh-CN" sz="1100"/>
                        <a:t>1.640</a:t>
                      </a:r>
                      <a:endParaRPr lang="en-US" altLang="zh-CN" sz="1100"/>
                    </a:p>
                  </a:txBody>
                  <a:tcPr marL="0" marR="0" marT="0" marB="0" anchor="ctr" anchorCtr="0">
                    <a:lnL>
                      <a:noFill/>
                    </a:lnL>
                    <a:lnR>
                      <a:noFill/>
                    </a:lnR>
                    <a:lnT>
                      <a:noFill/>
                    </a:lnT>
                    <a:lnB>
                      <a:noFill/>
                    </a:lnB>
                    <a:noFill/>
                  </a:tcPr>
                </a:tc>
              </a:tr>
              <a:tr h="575945">
                <a:tc>
                  <a:txBody>
                    <a:bodyPr/>
                    <a:p>
                      <a:r>
                        <a:rPr lang="en-US" altLang="zh-CN" sz="1100"/>
                        <a:t>LASSO-</a:t>
                      </a:r>
                      <a:r>
                        <a:rPr lang="en-US" altLang="zh-CN" sz="1100"/>
                        <a:t>based </a:t>
                      </a:r>
                      <a:r>
                        <a:rPr lang="en-US" altLang="zh-CN" sz="1100"/>
                        <a:t>Random </a:t>
                      </a:r>
                      <a:r>
                        <a:rPr lang="en-US" altLang="zh-CN" sz="1100"/>
                        <a:t>Forest</a:t>
                      </a:r>
                      <a:endParaRPr lang="en-US" altLang="zh-CN" sz="1100"/>
                    </a:p>
                  </a:txBody>
                  <a:tcPr marL="0" marR="0" marT="0" marB="0" anchor="ctr" anchorCtr="0">
                    <a:lnL>
                      <a:noFill/>
                    </a:lnL>
                    <a:lnR>
                      <a:noFill/>
                    </a:lnR>
                    <a:lnT>
                      <a:noFill/>
                    </a:lnT>
                    <a:lnB>
                      <a:noFill/>
                    </a:lnB>
                    <a:noFill/>
                  </a:tcPr>
                </a:tc>
                <a:tc>
                  <a:txBody>
                    <a:bodyPr/>
                    <a:p>
                      <a:r>
                        <a:rPr lang="en-US" altLang="zh-CN" sz="1100"/>
                        <a:t>Prediction </a:t>
                      </a:r>
                      <a:r>
                        <a:rPr lang="en-US" altLang="zh-CN" sz="1100"/>
                        <a:t>with </a:t>
                      </a:r>
                      <a:r>
                        <a:rPr lang="en-US" altLang="zh-CN" sz="1100"/>
                        <a:t>reduced </a:t>
                      </a:r>
                      <a:r>
                        <a:rPr lang="en-US" altLang="zh-CN" sz="1100"/>
                        <a:t>predictors</a:t>
                      </a:r>
                      <a:endParaRPr lang="en-US" altLang="zh-CN" sz="1100"/>
                    </a:p>
                  </a:txBody>
                  <a:tcPr marL="0" marR="0" marT="0" marB="0" anchor="ctr" anchorCtr="0">
                    <a:lnL>
                      <a:noFill/>
                    </a:lnL>
                    <a:lnR>
                      <a:noFill/>
                    </a:lnR>
                    <a:lnT>
                      <a:noFill/>
                    </a:lnT>
                    <a:lnB>
                      <a:noFill/>
                    </a:lnB>
                    <a:noFill/>
                  </a:tcPr>
                </a:tc>
                <a:tc>
                  <a:txBody>
                    <a:bodyPr/>
                    <a:p>
                      <a:r>
                        <a:rPr lang="en-US" altLang="zh-CN" sz="1100"/>
                        <a:t>Performs </a:t>
                      </a:r>
                      <a:r>
                        <a:rPr lang="en-US" altLang="zh-CN" sz="1100"/>
                        <a:t>very </a:t>
                      </a:r>
                      <a:r>
                        <a:rPr lang="en-US" altLang="zh-CN" sz="1100"/>
                        <a:t>similarly </a:t>
                      </a:r>
                      <a:r>
                        <a:rPr lang="en-US" altLang="zh-CN" sz="1100"/>
                        <a:t>to </a:t>
                      </a:r>
                      <a:r>
                        <a:rPr lang="en-US" altLang="zh-CN" sz="1100"/>
                        <a:t>the </a:t>
                      </a:r>
                      <a:r>
                        <a:rPr lang="en-US" altLang="zh-CN" sz="1100"/>
                        <a:t>full </a:t>
                      </a:r>
                      <a:r>
                        <a:rPr lang="en-US" altLang="zh-CN" sz="1100"/>
                        <a:t>RF, </a:t>
                      </a:r>
                      <a:r>
                        <a:rPr lang="en-US" altLang="zh-CN" sz="1100"/>
                        <a:t>suggesting </a:t>
                      </a:r>
                      <a:r>
                        <a:rPr lang="en-US" altLang="zh-CN" sz="1100"/>
                        <a:t>that </a:t>
                      </a:r>
                      <a:r>
                        <a:rPr lang="en-US" altLang="zh-CN" sz="1100"/>
                        <a:t>the </a:t>
                      </a:r>
                      <a:r>
                        <a:rPr lang="en-US" altLang="zh-CN" sz="1100"/>
                        <a:t>reduced </a:t>
                      </a:r>
                      <a:r>
                        <a:rPr lang="en-US" altLang="zh-CN" sz="1100"/>
                        <a:t>predictor </a:t>
                      </a:r>
                      <a:r>
                        <a:rPr lang="en-US" altLang="zh-CN" sz="1100"/>
                        <a:t>set </a:t>
                      </a:r>
                      <a:r>
                        <a:rPr lang="en-US" altLang="zh-CN" sz="1100"/>
                        <a:t>retains </a:t>
                      </a:r>
                      <a:r>
                        <a:rPr lang="en-US" altLang="zh-CN" sz="1100"/>
                        <a:t>most </a:t>
                      </a:r>
                      <a:r>
                        <a:rPr lang="en-US" altLang="zh-CN" sz="1100"/>
                        <a:t>predictive </a:t>
                      </a:r>
                      <a:r>
                        <a:rPr lang="en-US" altLang="zh-CN" sz="1100"/>
                        <a:t>information.</a:t>
                      </a:r>
                      <a:endParaRPr lang="en-US" altLang="zh-CN" sz="1100"/>
                    </a:p>
                  </a:txBody>
                  <a:tcPr marL="0" marR="0" marT="0" marB="0" anchor="ctr" anchorCtr="0">
                    <a:lnL>
                      <a:noFill/>
                    </a:lnL>
                    <a:lnR>
                      <a:noFill/>
                    </a:lnR>
                    <a:lnT>
                      <a:noFill/>
                    </a:lnT>
                    <a:lnB>
                      <a:noFill/>
                    </a:lnB>
                    <a:noFill/>
                  </a:tcPr>
                </a:tc>
                <a:tc>
                  <a:txBody>
                    <a:bodyPr/>
                    <a:p>
                      <a:r>
                        <a:rPr lang="en-US" altLang="zh-CN" sz="1100"/>
                        <a:t>RMSE = </a:t>
                      </a:r>
                      <a:r>
                        <a:rPr lang="en-US" altLang="zh-CN" sz="1100"/>
                        <a:t>2.172, </a:t>
                      </a:r>
                      <a:r>
                        <a:rPr lang="en-US" altLang="zh-CN" sz="1100"/>
                        <a:t>R² = </a:t>
                      </a:r>
                      <a:r>
                        <a:rPr lang="en-US" altLang="zh-CN" sz="1100"/>
                        <a:t>0.654, </a:t>
                      </a:r>
                      <a:r>
                        <a:rPr lang="en-US" altLang="zh-CN" sz="1100"/>
                        <a:t>MAE = </a:t>
                      </a:r>
                      <a:r>
                        <a:rPr lang="en-US" altLang="zh-CN" sz="1100"/>
                        <a:t>1.653</a:t>
                      </a:r>
                      <a:endParaRPr lang="en-US" altLang="zh-CN" sz="1100"/>
                    </a:p>
                  </a:txBody>
                  <a:tcPr marL="0" marR="0" marT="0" marB="0" anchor="ctr" anchorCtr="0">
                    <a:lnL>
                      <a:noFill/>
                    </a:lnL>
                    <a:lnR>
                      <a:noFill/>
                    </a:lnR>
                    <a:lnT>
                      <a:noFill/>
                    </a:lnT>
                    <a:lnB>
                      <a:noFill/>
                    </a:lnB>
                    <a:noFill/>
                  </a:tcPr>
                </a:tc>
              </a:tr>
              <a:tr h="767080">
                <a:tc>
                  <a:txBody>
                    <a:bodyPr/>
                    <a:p>
                      <a:r>
                        <a:rPr lang="en-US" altLang="zh-CN" sz="1100"/>
                        <a:t>SHAP</a:t>
                      </a:r>
                      <a:endParaRPr lang="en-US" altLang="zh-CN" sz="1100"/>
                    </a:p>
                  </a:txBody>
                  <a:tcPr marL="0" marR="0" marT="0" marB="0" anchor="ctr" anchorCtr="0">
                    <a:lnL>
                      <a:noFill/>
                    </a:lnL>
                    <a:lnR>
                      <a:noFill/>
                    </a:lnR>
                    <a:lnT>
                      <a:noFill/>
                    </a:lnT>
                    <a:lnB>
                      <a:noFill/>
                    </a:lnB>
                    <a:noFill/>
                  </a:tcPr>
                </a:tc>
                <a:tc>
                  <a:txBody>
                    <a:bodyPr/>
                    <a:p>
                      <a:r>
                        <a:rPr lang="en-US" altLang="zh-CN" sz="1100"/>
                        <a:t>Interpretation </a:t>
                      </a:r>
                      <a:r>
                        <a:rPr lang="en-US" altLang="zh-CN" sz="1100"/>
                        <a:t>of </a:t>
                      </a:r>
                      <a:r>
                        <a:rPr lang="en-US" altLang="zh-CN" sz="1100"/>
                        <a:t>RF</a:t>
                      </a:r>
                      <a:endParaRPr lang="en-US" altLang="zh-CN" sz="1100"/>
                    </a:p>
                  </a:txBody>
                  <a:tcPr marL="0" marR="0" marT="0" marB="0" anchor="ctr" anchorCtr="0">
                    <a:lnL>
                      <a:noFill/>
                    </a:lnL>
                    <a:lnR>
                      <a:noFill/>
                    </a:lnR>
                    <a:lnT>
                      <a:noFill/>
                    </a:lnT>
                    <a:lnB>
                      <a:noFill/>
                    </a:lnB>
                    <a:noFill/>
                  </a:tcPr>
                </a:tc>
                <a:tc>
                  <a:txBody>
                    <a:bodyPr/>
                    <a:p>
                      <a:r>
                        <a:rPr lang="en-US" altLang="zh-CN" sz="1100"/>
                        <a:t>Anxiety </a:t>
                      </a:r>
                      <a:r>
                        <a:rPr lang="en-US" altLang="zh-CN" sz="1100"/>
                        <a:t>symptoms </a:t>
                      </a:r>
                      <a:r>
                        <a:rPr lang="en-US" altLang="zh-CN" sz="1100"/>
                        <a:t>are </a:t>
                      </a:r>
                      <a:r>
                        <a:rPr lang="en-US" altLang="zh-CN" sz="1100"/>
                        <a:t>the </a:t>
                      </a:r>
                      <a:r>
                        <a:rPr lang="en-US" altLang="zh-CN" sz="1100"/>
                        <a:t>most </a:t>
                      </a:r>
                      <a:r>
                        <a:rPr lang="en-US" altLang="zh-CN" sz="1100"/>
                        <a:t>important </a:t>
                      </a:r>
                      <a:r>
                        <a:rPr lang="en-US" altLang="zh-CN" sz="1100"/>
                        <a:t>predictor </a:t>
                      </a:r>
                      <a:r>
                        <a:rPr lang="en-US" altLang="zh-CN" sz="1100"/>
                        <a:t>by </a:t>
                      </a:r>
                      <a:r>
                        <a:rPr lang="en-US" altLang="zh-CN" sz="1100"/>
                        <a:t>a </a:t>
                      </a:r>
                      <a:r>
                        <a:rPr lang="en-US" altLang="zh-CN" sz="1100"/>
                        <a:t>large </a:t>
                      </a:r>
                      <a:r>
                        <a:rPr lang="en-US" altLang="zh-CN" sz="1100"/>
                        <a:t>margin, </a:t>
                      </a:r>
                      <a:r>
                        <a:rPr lang="en-US" altLang="zh-CN" sz="1100"/>
                        <a:t>followed </a:t>
                      </a:r>
                      <a:r>
                        <a:rPr lang="en-US" altLang="zh-CN" sz="1100"/>
                        <a:t>by </a:t>
                      </a:r>
                      <a:r>
                        <a:rPr lang="en-US" altLang="zh-CN" sz="1100"/>
                        <a:t>depressive </a:t>
                      </a:r>
                      <a:r>
                        <a:rPr lang="en-US" altLang="zh-CN" sz="1100"/>
                        <a:t>symptoms, </a:t>
                      </a:r>
                      <a:r>
                        <a:rPr lang="en-US" altLang="zh-CN" sz="1100"/>
                        <a:t>self-</a:t>
                      </a:r>
                      <a:r>
                        <a:rPr lang="en-US" altLang="zh-CN" sz="1100"/>
                        <a:t>efficacy, </a:t>
                      </a:r>
                      <a:r>
                        <a:rPr lang="en-US" altLang="zh-CN" sz="1100"/>
                        <a:t>and </a:t>
                      </a:r>
                      <a:r>
                        <a:rPr lang="en-US" altLang="zh-CN" sz="1100"/>
                        <a:t>social </a:t>
                      </a:r>
                      <a:r>
                        <a:rPr lang="en-US" altLang="zh-CN" sz="1100"/>
                        <a:t>support.</a:t>
                      </a:r>
                      <a:endParaRPr lang="en-US" altLang="zh-CN" sz="1100"/>
                    </a:p>
                  </a:txBody>
                  <a:tcPr marL="0" marR="0" marT="0" marB="0" anchor="ctr" anchorCtr="0">
                    <a:lnL>
                      <a:noFill/>
                    </a:lnL>
                    <a:lnR>
                      <a:noFill/>
                    </a:lnR>
                    <a:lnT>
                      <a:noFill/>
                    </a:lnT>
                    <a:lnB>
                      <a:noFill/>
                    </a:lnB>
                    <a:noFill/>
                  </a:tcPr>
                </a:tc>
                <a:tc>
                  <a:txBody>
                    <a:bodyPr/>
                    <a:p>
                      <a:r>
                        <a:rPr lang="en-US" altLang="zh-CN" sz="1100"/>
                        <a:t>Top </a:t>
                      </a:r>
                      <a:r>
                        <a:rPr lang="en-US" altLang="zh-CN" sz="1100"/>
                        <a:t>predictor: </a:t>
                      </a:r>
                      <a:r>
                        <a:rPr lang="en-US" altLang="zh-CN" sz="1100"/>
                        <a:t>anxiety </a:t>
                      </a:r>
                      <a:r>
                        <a:rPr lang="en-US" altLang="zh-CN" sz="1100"/>
                        <a:t>symptoms</a:t>
                      </a:r>
                      <a:endParaRPr lang="en-US" altLang="zh-CN" sz="1100"/>
                    </a:p>
                  </a:txBody>
                  <a:tcPr marL="0" marR="0" marT="0" marB="0" anchor="ctr" anchorCtr="0">
                    <a:lnL>
                      <a:noFill/>
                    </a:lnL>
                    <a:lnR>
                      <a:noFill/>
                    </a:lnR>
                    <a:lnT>
                      <a:noFill/>
                    </a:lnT>
                    <a:lnB>
                      <a:noFill/>
                    </a:lnB>
                    <a:noFill/>
                  </a:tcPr>
                </a:tc>
              </a:tr>
            </a:tbl>
          </a:graphicData>
        </a:graphic>
      </p:graphicFrame>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a:xfrm>
            <a:off x="695960" y="277450"/>
            <a:ext cx="10800000" cy="720000"/>
          </a:xfrm>
        </p:spPr>
        <p:txBody>
          <a:bodyPr/>
          <a:lstStyle/>
          <a:p>
            <a:r>
              <a:rPr lang="en-US" altLang="en-US">
                <a:sym typeface="+mn-ea"/>
              </a:rPr>
              <a:t>Conclusion</a:t>
            </a:r>
            <a:endParaRPr lang="en-US" altLang="en-US"/>
          </a:p>
        </p:txBody>
      </p:sp>
      <p:sp>
        <p:nvSpPr>
          <p:cNvPr id="3" name="Text Box 2"/>
          <p:cNvSpPr txBox="1"/>
          <p:nvPr/>
        </p:nvSpPr>
        <p:spPr>
          <a:xfrm>
            <a:off x="318770" y="997585"/>
            <a:ext cx="11482070" cy="5507990"/>
          </a:xfrm>
          <a:prstGeom prst="rect">
            <a:avLst/>
          </a:prstGeom>
        </p:spPr>
        <p:txBody>
          <a:bodyPr wrap="square">
            <a:spAutoFit/>
          </a:bodyPr>
          <a:p>
            <a:r>
              <a:rPr lang="en-US" altLang="en-US" sz="1600" b="1"/>
              <a:t>Main conclusion</a:t>
            </a:r>
            <a:endParaRPr lang="en-US" altLang="en-US" sz="1600" b="1"/>
          </a:p>
          <a:p>
            <a:endParaRPr lang="en-US" altLang="en-US" sz="1600"/>
          </a:p>
          <a:p>
            <a:r>
              <a:rPr lang="en-US" altLang="en-US" sz="1600"/>
              <a:t>Perceived stress is more strongly associated with psychological distress, psychosocial resources, and adverse life experiences than with demographic background alone.</a:t>
            </a:r>
            <a:endParaRPr lang="en-US" altLang="en-US" sz="1600"/>
          </a:p>
          <a:p>
            <a:endParaRPr lang="en-US" altLang="en-US" sz="1600"/>
          </a:p>
          <a:p>
            <a:r>
              <a:rPr lang="en-US" altLang="en-US" sz="1600" b="1"/>
              <a:t>What is consistent across models</a:t>
            </a:r>
            <a:endParaRPr lang="en-US" altLang="en-US" sz="1600" b="1"/>
          </a:p>
          <a:p>
            <a:endParaRPr lang="en-US" altLang="en-US" sz="1600"/>
          </a:p>
          <a:p>
            <a:r>
              <a:rPr lang="en-US" altLang="en-US" sz="1600"/>
              <a:t>Anxiety symptoms and depressive symptoms remain the most important predictors.</a:t>
            </a:r>
            <a:endParaRPr lang="en-US" altLang="en-US" sz="1600"/>
          </a:p>
          <a:p>
            <a:endParaRPr lang="en-US" altLang="en-US" sz="1600"/>
          </a:p>
          <a:p>
            <a:r>
              <a:rPr lang="en-US" altLang="en-US" sz="1600"/>
              <a:t>Psychosocial resources, especially self-efficacy and family support, also play a protective role.</a:t>
            </a:r>
            <a:endParaRPr lang="en-US" altLang="en-US" sz="1600"/>
          </a:p>
          <a:p>
            <a:endParaRPr lang="en-US" altLang="en-US" sz="1600"/>
          </a:p>
          <a:p>
            <a:r>
              <a:rPr lang="en-US" altLang="en-US" sz="1600"/>
              <a:t>Major life events and adverse childhood experiences remain important across models.</a:t>
            </a:r>
            <a:endParaRPr lang="en-US" altLang="en-US" sz="1600"/>
          </a:p>
          <a:p>
            <a:endParaRPr lang="en-US" altLang="en-US" sz="1600"/>
          </a:p>
          <a:p>
            <a:r>
              <a:rPr lang="en-US" altLang="en-US" sz="1600" b="1"/>
              <a:t>Implication</a:t>
            </a:r>
            <a:endParaRPr lang="en-US" altLang="en-US" sz="1600" b="1"/>
          </a:p>
          <a:p>
            <a:endParaRPr lang="en-US" altLang="en-US" sz="1600"/>
          </a:p>
          <a:p>
            <a:r>
              <a:rPr lang="en-US" altLang="en-US" sz="1600"/>
              <a:t>Perceived stress should not be understood only as an individual emotional problem.</a:t>
            </a:r>
            <a:endParaRPr lang="en-US" altLang="en-US" sz="1600"/>
          </a:p>
          <a:p>
            <a:endParaRPr lang="en-US" altLang="en-US" sz="1600"/>
          </a:p>
          <a:p>
            <a:r>
              <a:rPr lang="en-US" altLang="en-US" sz="1600"/>
              <a:t>It is also shaped by unequal coping resources and accumulated hardship across the life course.</a:t>
            </a:r>
            <a:endParaRPr lang="en-US" altLang="en-US" sz="1600"/>
          </a:p>
          <a:p>
            <a:endParaRPr lang="en-US" altLang="en-US" sz="1600"/>
          </a:p>
          <a:p>
            <a:r>
              <a:rPr lang="en-US" altLang="en-US" sz="1600" b="1"/>
              <a:t>Limitations</a:t>
            </a:r>
            <a:endParaRPr lang="en-US" altLang="en-US" sz="1600" b="1"/>
          </a:p>
          <a:p>
            <a:endParaRPr lang="en-US" altLang="en-US" sz="1600"/>
          </a:p>
          <a:p>
            <a:r>
              <a:rPr lang="en-US" altLang="en-US" sz="1600"/>
              <a:t>cross-sectional data, self-reported measures possible overlap between perceived stress, anxiety, and depression</a:t>
            </a:r>
            <a:endParaRPr lang="en-US" altLang="en-US" sz="1600"/>
          </a:p>
        </p:txBody>
      </p:sp>
    </p:spTree>
    <p:custDataLst>
      <p:tags r:id="rId2"/>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ctrTitle"/>
            <p:custDataLst>
              <p:tags r:id="rId1"/>
            </p:custDataLst>
          </p:nvPr>
        </p:nvSpPr>
        <p:spPr/>
        <p:txBody>
          <a:bodyPr/>
          <a:lstStyle/>
          <a:p>
            <a:r>
              <a:rPr lang="en-US" altLang="zh-CN"/>
              <a:t>THANK YOU</a:t>
            </a:r>
            <a:endParaRPr lang="en-US" altLang="zh-CN"/>
          </a:p>
        </p:txBody>
      </p:sp>
      <p:sp>
        <p:nvSpPr>
          <p:cNvPr id="10" name="署名"/>
          <p:cNvSpPr>
            <a:spLocks noGrp="1"/>
          </p:cNvSpPr>
          <p:nvPr>
            <p:ph type="body" sz="quarter" idx="17"/>
            <p:custDataLst>
              <p:tags r:id="rId2"/>
            </p:custDataLst>
          </p:nvPr>
        </p:nvSpPr>
        <p:spPr/>
        <p:txBody>
          <a:bodyPr/>
          <a:lstStyle/>
          <a:p>
            <a:endParaRPr lang="en-US" altLang="zh-CN"/>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
  <p:tag name="KSO_WM_UNIT_LAYERLEVEL" val="1"/>
  <p:tag name="KSO_WM_TAG_VERSION" val="3.0"/>
  <p:tag name="KSO_WM_BEAUTIFY_FLAG" val="#wm#"/>
  <p:tag name="KSO_WM_UNIT_TYPE" val="i"/>
  <p:tag name="KSO_WM_UNIT_INDEX" val="2"/>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3"/>
  <p:tag name="KSO_WM_UNIT_LAYERLEVEL" val="1"/>
  <p:tag name="KSO_WM_TAG_VERSION" val="3.0"/>
  <p:tag name="KSO_WM_BEAUTIFY_FLAG" val="#wm#"/>
  <p:tag name="KSO_WM_UNIT_TYPE" val="i"/>
  <p:tag name="KSO_WM_UNIT_INDEX" val="3"/>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4"/>
  <p:tag name="KSO_WM_UNIT_LAYERLEVEL" val="1"/>
  <p:tag name="KSO_WM_TAG_VERSION" val="3.0"/>
  <p:tag name="KSO_WM_BEAUTIFY_FLAG" val="#wm#"/>
  <p:tag name="KSO_WM_UNIT_TYPE" val="i"/>
  <p:tag name="KSO_WM_UNIT_INDEX" val="4"/>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5"/>
  <p:tag name="KSO_WM_UNIT_LAYERLEVEL" val="1"/>
  <p:tag name="KSO_WM_TAG_VERSION" val="3.0"/>
  <p:tag name="KSO_WM_BEAUTIFY_FLAG" val="#wm#"/>
  <p:tag name="KSO_WM_UNIT_TYPE" val="i"/>
  <p:tag name="KSO_WM_UNIT_INDEX" val="5"/>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6"/>
  <p:tag name="KSO_WM_UNIT_LAYERLEVEL" val="1"/>
  <p:tag name="KSO_WM_TAG_VERSION" val="3.0"/>
  <p:tag name="KSO_WM_BEAUTIFY_FLAG" val="#wm#"/>
  <p:tag name="KSO_WM_UNIT_TYPE" val="i"/>
  <p:tag name="KSO_WM_UNIT_INDEX" val="6"/>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f*1"/>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1"/>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6"/>
  <p:tag name="KSO_WM_UNIT_TYPE" val="a"/>
  <p:tag name="KSO_WM_UNIT_INDEX" val="1"/>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
  <p:tag name="KSO_WM_UNIT_LAYERLEVEL" val="1"/>
  <p:tag name="KSO_WM_TAG_VERSION" val="3.0"/>
  <p:tag name="KSO_WM_BEAUTIFY_FLAG" val="#wm#"/>
  <p:tag name="KSO_WM_UNIT_TYPE" val="i"/>
  <p:tag name="KSO_WM_UNIT_INDEX" val="1"/>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2"/>
  <p:tag name="KSO_WM_UNIT_LAYERLEVEL" val="1"/>
  <p:tag name="KSO_WM_TAG_VERSION" val="3.0"/>
  <p:tag name="KSO_WM_BEAUTIFY_FLAG" val="#wm#"/>
  <p:tag name="KSO_WM_UNIT_TYPE" val="i"/>
  <p:tag name="KSO_WM_UNIT_INDEX" val="2"/>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3"/>
  <p:tag name="KSO_WM_UNIT_LAYERLEVEL" val="1"/>
  <p:tag name="KSO_WM_TAG_VERSION" val="3.0"/>
  <p:tag name="KSO_WM_BEAUTIFY_FLAG" val="#wm#"/>
  <p:tag name="KSO_WM_UNIT_TYPE" val="i"/>
  <p:tag name="KSO_WM_UNIT_INDEX" val="3"/>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a*1"/>
  <p:tag name="KSO_WM_UNIT_LAYERLEVEL" val="1"/>
  <p:tag name="KSO_WM_TAG_VERSION" val="3.0"/>
  <p:tag name="KSO_WM_BEAUTIFY_FLAG" val="#wm#"/>
  <p:tag name="KSO_WM_UNIT_ISCONTENTSTITLE" val="1"/>
  <p:tag name="KSO_WM_UNIT_ISNUMDGMTITLE" val="0"/>
  <p:tag name="KSO_WM_UNIT_PRESET_TEXT" val="标题"/>
  <p:tag name="KSO_WM_UNIT_NOCLEAR" val="0"/>
  <p:tag name="KSO_WM_UNIT_VALUE" val="3"/>
  <p:tag name="KSO_WM_UNIT_TYPE" val="a"/>
  <p:tag name="KSO_WM_UNIT_INDEX" val="1"/>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BEAUTIFY_FLAG" val="#wm#"/>
  <p:tag name="KSO_WM_UNIT_TYPE" val="i"/>
  <p:tag name="KSO_WM_UNIT_INDEX" val="1"/>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
  <p:tag name="KSO_WM_UNIT_LAYERLEVEL" val="1"/>
  <p:tag name="KSO_WM_TAG_VERSION" val="3.0"/>
  <p:tag name="KSO_WM_BEAUTIFY_FLAG" val="#wm#"/>
  <p:tag name="KSO_WM_UNIT_TYPE" val="i"/>
  <p:tag name="KSO_WM_UNIT_INDEX" val="2"/>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3"/>
  <p:tag name="KSO_WM_UNIT_LAYERLEVEL" val="1"/>
  <p:tag name="KSO_WM_TAG_VERSION" val="3.0"/>
  <p:tag name="KSO_WM_BEAUTIFY_FLAG" val="#wm#"/>
  <p:tag name="KSO_WM_UNIT_TYPE" val="i"/>
  <p:tag name="KSO_WM_UNIT_INDEX" val="3"/>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4"/>
  <p:tag name="KSO_WM_UNIT_LAYERLEVEL" val="1"/>
  <p:tag name="KSO_WM_TAG_VERSION" val="3.0"/>
  <p:tag name="KSO_WM_BEAUTIFY_FLAG" val="#wm#"/>
  <p:tag name="KSO_WM_UNIT_TYPE" val="i"/>
  <p:tag name="KSO_WM_UNIT_INDEX" val="4"/>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14"/>
  <p:tag name="KSO_WM_UNIT_TYPE" val="a"/>
  <p:tag name="KSO_WM_UNIT_INDEX" val="1"/>
</p:tagLst>
</file>

<file path=ppt/tags/tag28.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ID" val="_4*e*1"/>
  <p:tag name="KSO_WM_UNIT_LAYERLEVEL" val="1"/>
  <p:tag name="KSO_WM_TAG_VERSION" val="3.0"/>
  <p:tag name="KSO_WM_BEAUTIFY_FLAG" val="#wm#"/>
  <p:tag name="KSO_WM_UNIT_PRESET_TEXT" val="节编号"/>
  <p:tag name="KSO_WM_UNIT_NOCLEAR" val="0"/>
  <p:tag name="KSO_WM_UNIT_VALUE" val="13"/>
  <p:tag name="KSO_WM_UNIT_TYPE" val="e"/>
  <p:tag name="KSO_WM_UNIT_INDEX" val="1"/>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1"/>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f*2"/>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2"/>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a*1_1"/>
  <p:tag name="KSO_WM_UNIT_LAYERLEVEL" val="1_1"/>
  <p:tag name="KSO_WM_TAG_VERSION" val="3.0"/>
  <p:tag name="KSO_WM_BEAUTIFY_FLAG" val="#wm#"/>
  <p:tag name="KSO_WM_UNIT_PRESET_TEXT" val="单击此处编辑母版文本样式"/>
  <p:tag name="KSO_WM_UNIT_NOCLEAR" val="0"/>
  <p:tag name="KSO_WM_UNIT_TYPE" val="h_a"/>
  <p:tag name="KSO_WM_UNIT_INDEX" val="1_1"/>
  <p:tag name="KSO_WM_UNIT_ISCONTENTSTITLE" val="0"/>
  <p:tag name="KSO_WM_UNIT_ISNUMDGMTITLE" val="0"/>
  <p:tag name="KSO_WM_UNIT_VALUE" val="19"/>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f*1_1"/>
  <p:tag name="KSO_WM_UNIT_LAYERLEVEL" val="1_1"/>
  <p:tag name="KSO_WM_TAG_VERSION" val="3.0"/>
  <p:tag name="KSO_WM_BEAUTIFY_FLAG" val="#wm#"/>
  <p:tag name="KSO_WM_UNIT_SUBTYPE" val="a"/>
  <p:tag name="KSO_WM_UNIT_PRESET_TEXT" val="单击此处编辑母版文本样式&#10;二级&#10;三级&#10;四级&#10;五级"/>
  <p:tag name="KSO_WM_UNIT_NOCLEAR" val="0"/>
  <p:tag name="KSO_WM_UNIT_VALUE" val="128"/>
  <p:tag name="KSO_WM_UNIT_TYPE" val="h_f"/>
  <p:tag name="KSO_WM_UNIT_INDEX" val="1_1"/>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a*2_1"/>
  <p:tag name="KSO_WM_UNIT_LAYERLEVEL" val="1_1"/>
  <p:tag name="KSO_WM_TAG_VERSION" val="3.0"/>
  <p:tag name="KSO_WM_BEAUTIFY_FLAG" val="#wm#"/>
  <p:tag name="KSO_WM_UNIT_PRESET_TEXT" val="单击此处编辑母版文本样式"/>
  <p:tag name="KSO_WM_UNIT_NOCLEAR" val="0"/>
  <p:tag name="KSO_WM_UNIT_TYPE" val="h_a"/>
  <p:tag name="KSO_WM_UNIT_INDEX" val="2_1"/>
  <p:tag name="KSO_WM_UNIT_ISCONTENTSTITLE" val="0"/>
  <p:tag name="KSO_WM_UNIT_ISNUMDGMTITLE" val="0"/>
  <p:tag name="KSO_WM_UNIT_VALUE" val="19"/>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f*2_1"/>
  <p:tag name="KSO_WM_UNIT_LAYERLEVEL" val="1_1"/>
  <p:tag name="KSO_WM_TAG_VERSION" val="3.0"/>
  <p:tag name="KSO_WM_BEAUTIFY_FLAG" val="#wm#"/>
  <p:tag name="KSO_WM_UNIT_SUBTYPE" val="a"/>
  <p:tag name="KSO_WM_UNIT_PRESET_TEXT" val="单击此处编辑母版文本样式&#10;二级&#10;三级&#10;四级&#10;五级"/>
  <p:tag name="KSO_WM_UNIT_NOCLEAR" val="0"/>
  <p:tag name="KSO_WM_UNIT_VALUE" val="128"/>
  <p:tag name="KSO_WM_UNIT_TYPE" val="h_f"/>
  <p:tag name="KSO_WM_UNIT_INDEX" val="2_1"/>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96"/>
  <p:tag name="KSO_WM_UNIT_TYPE" val="f"/>
  <p:tag name="KSO_WM_UNIT_INDEX" val="1"/>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b*1"/>
  <p:tag name="KSO_WM_UNIT_LAYERLEVEL" val="1"/>
  <p:tag name="KSO_WM_TAG_VERSION" val="3.0"/>
  <p:tag name="KSO_WM_BEAUTIFY_FLAG" val="#wm#"/>
  <p:tag name="KSO_WM_UNIT_ISCONTENTSTITLE" val="0"/>
  <p:tag name="KSO_WM_UNIT_ISNUMDGMTITLE" val="0"/>
  <p:tag name="KSO_WM_UNIT_PRESET_TEXT" val="单击此处编辑母版副标题样式"/>
  <p:tag name="KSO_WM_UNIT_NOCLEAR" val="0"/>
  <p:tag name="KSO_WM_UNIT_VALUE" val="40"/>
  <p:tag name="KSO_WM_UNIT_TYPE" val="b"/>
  <p:tag name="KSO_WM_UNIT_INDEX" val="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BEAUTIFY_FLAG" val="#wm#"/>
  <p:tag name="KSO_WM_UNIT_TYPE" val="i"/>
  <p:tag name="KSO_WM_UNIT_INDEX" val="2"/>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3"/>
  <p:tag name="KSO_WM_UNIT_LAYERLEVEL" val="1"/>
  <p:tag name="KSO_WM_TAG_VERSION" val="3.0"/>
  <p:tag name="KSO_WM_BEAUTIFY_FLAG" val="#wm#"/>
  <p:tag name="KSO_WM_UNIT_TYPE" val="i"/>
  <p:tag name="KSO_WM_UNIT_INDEX" val="3"/>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4"/>
  <p:tag name="KSO_WM_UNIT_LAYERLEVEL" val="1"/>
  <p:tag name="KSO_WM_TAG_VERSION" val="3.0"/>
  <p:tag name="KSO_WM_BEAUTIFY_FLAG" val="#wm#"/>
  <p:tag name="KSO_WM_UNIT_TYPE" val="i"/>
  <p:tag name="KSO_WM_UNIT_INDEX" val="4"/>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5"/>
  <p:tag name="KSO_WM_UNIT_LAYERLEVEL" val="1"/>
  <p:tag name="KSO_WM_TAG_VERSION" val="3.0"/>
  <p:tag name="KSO_WM_BEAUTIFY_FLAG" val="#wm#"/>
  <p:tag name="KSO_WM_UNIT_TYPE" val="i"/>
  <p:tag name="KSO_WM_UNIT_INDEX" val="5"/>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NOCLEAR" val="0"/>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f*1"/>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BEAUTIFY_FLAG" val="#wm#"/>
  <p:tag name="KSO_WM_UNIT_TYPE" val="i"/>
  <p:tag name="KSO_WM_UNIT_INDEX" val="1"/>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2"/>
  <p:tag name="KSO_WM_UNIT_LAYERLEVEL" val="1"/>
  <p:tag name="KSO_WM_TAG_VERSION" val="3.0"/>
  <p:tag name="KSO_WM_BEAUTIFY_FLAG" val="#wm#"/>
  <p:tag name="KSO_WM_UNIT_TYPE" val="i"/>
  <p:tag name="KSO_WM_UNIT_INDEX" val="2"/>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3"/>
  <p:tag name="KSO_WM_UNIT_LAYERLEVEL" val="1"/>
  <p:tag name="KSO_WM_TAG_VERSION" val="3.0"/>
  <p:tag name="KSO_WM_BEAUTIFY_FLAG" val="#wm#"/>
  <p:tag name="KSO_WM_UNIT_TYPE" val="i"/>
  <p:tag name="KSO_WM_UNIT_INDEX" val="3"/>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UNIT_VALUE" val="25"/>
  <p:tag name="KSO_WM_TEMPLATE_CATEGORY" val="custom"/>
  <p:tag name="KSO_WM_TEMPLATE_INDEX" val="20233105"/>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第二级&#10;第三级&#10;第四级&#10;第五级"/>
  <p:tag name="KSO_WM_UNIT_NOCLEAR" val="0"/>
  <p:tag name="KSO_WM_UNIT_TYPE" val="f"/>
  <p:tag name="KSO_WM_UNIT_INDEX" val="1"/>
  <p:tag name="KSO_WM_TEMPLATE_CATEGORY" val="custom"/>
  <p:tag name="KSO_WM_TEMPLATE_INDEX" val="20233105"/>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80.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3105"/>
  <p:tag name="KSO_WM_TEMPLATE_THUMBS_INDEX" val="1、9"/>
</p:tagLst>
</file>

<file path=ppt/tags/tag81.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3105_1*a*1"/>
  <p:tag name="KSO_WM_TEMPLATE_CATEGORY" val="custom"/>
  <p:tag name="KSO_WM_TEMPLATE_INDEX" val="20233105"/>
  <p:tag name="KSO_WM_UNIT_LAYERLEVEL" val="1"/>
  <p:tag name="KSO_WM_TAG_VERSION" val="3.0"/>
  <p:tag name="KSO_WM_BEAUTIFY_FLAG" val="#wm#"/>
  <p:tag name="KSO_WM_UNIT_PRESET_TEXT" val="单击此处添加文档标题内容"/>
  <p:tag name="KSO_WM_UNIT_TEXT_TYPE" val="1"/>
</p:tagLst>
</file>

<file path=ppt/tags/tag82.xml><?xml version="1.0" encoding="utf-8"?>
<p:tagLst xmlns:p="http://schemas.openxmlformats.org/presentationml/2006/main">
  <p:tag name="KSO_WM_UNIT_SUBTYPE" val="b"/>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4"/>
  <p:tag name="KSO_WM_UNIT_ID" val="custom20233105_1*f*4"/>
  <p:tag name="KSO_WM_TEMPLATE_CATEGORY" val="custom"/>
  <p:tag name="KSO_WM_TEMPLATE_INDEX" val="20233105"/>
  <p:tag name="KSO_WM_UNIT_LAYERLEVEL" val="1"/>
  <p:tag name="KSO_WM_TAG_VERSION" val="3.0"/>
  <p:tag name="KSO_WM_BEAUTIFY_FLAG" val="#wm#"/>
</p:tagLst>
</file>

<file path=ppt/tags/tag83.xml><?xml version="1.0" encoding="utf-8"?>
<p:tagLst xmlns:p="http://schemas.openxmlformats.org/presentationml/2006/main">
  <p:tag name="KSO_WM_SLIDE_ID" val="custom20233105_1"/>
  <p:tag name="KSO_WM_TEMPLATE_SUBCATEGORY" val="29"/>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3105"/>
  <p:tag name="KSO_WM_SLIDE_LAYOUT" val="a_f"/>
  <p:tag name="KSO_WM_SLIDE_LAYOUT_CNT" val="1_1"/>
  <p:tag name="KSO_WM_SLIDE_TYPE" val="title"/>
  <p:tag name="KSO_WM_SLIDE_SUBTYPE" val="pureTxt"/>
  <p:tag name="KSO_WM_TEMPLATE_THUMBS_INDEX" val="1、9"/>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8*a*1"/>
  <p:tag name="KSO_WM_TEMPLATE_CATEGORY" val="custom"/>
  <p:tag name="KSO_WM_TEMPLATE_INDEX" val="20233105"/>
  <p:tag name="KSO_WM_UNIT_LAYERLEVEL" val="1"/>
  <p:tag name="KSO_WM_TAG_VERSION" val="3.0"/>
  <p:tag name="KSO_WM_BEAUTIFY_FLAG" val="#wm#"/>
  <p:tag name="KSO_WM_UNIT_ISCONTENTSTITLE" val="0"/>
  <p:tag name="KSO_WM_UNIT_ISNUMDGMTITLE" val="0"/>
  <p:tag name="KSO_WM_UNIT_NOCLEAR" val="0"/>
  <p:tag name="KSO_WM_UNIT_VALUE" val="20"/>
  <p:tag name="KSO_WM_UNIT_TYPE" val="a"/>
  <p:tag name="KSO_WM_UNIT_INDEX" val="1"/>
  <p:tag name="KSO_WM_UNIT_PRESET_TEXT" val="单击此处添加标题"/>
  <p:tag name="KSO_WM_UNIT_TEXT_TYPE" val="1"/>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8*f*1"/>
  <p:tag name="KSO_WM_TEMPLATE_CATEGORY" val="custom"/>
  <p:tag name="KSO_WM_TEMPLATE_INDEX" val="20233105"/>
  <p:tag name="KSO_WM_UNIT_LAYERLEVEL" val="1"/>
  <p:tag name="KSO_WM_TAG_VERSION" val="3.0"/>
  <p:tag name="KSO_WM_BEAUTIFY_FLAG" val="#wm#"/>
  <p:tag name="KSO_WM_UNIT_SUBTYPE" val="a"/>
  <p:tag name="KSO_WM_UNIT_NOCLEAR" val="0"/>
  <p:tag name="KSO_WM_UNIT_VALUE" val="330"/>
  <p:tag name="KSO_WM_UNIT_TYPE" val="f"/>
  <p:tag name="KSO_WM_UNIT_INDEX" val="1"/>
  <p:tag name="KSO_WM_UNIT_PRESET_TEXT" val="单击此处添加文本"/>
  <p:tag name="KSO_WM_UNIT_TEXT_TYPE" val="1"/>
</p:tagLst>
</file>

<file path=ppt/tags/tag86.xml><?xml version="1.0" encoding="utf-8"?>
<p:tagLst xmlns:p="http://schemas.openxmlformats.org/presentationml/2006/main">
  <p:tag name="KSO_WM_SLIDE_ID" val="custom20233105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3105"/>
  <p:tag name="KSO_WM_SLIDE_TYPE" val="text"/>
  <p:tag name="KSO_WM_SLIDE_SUBTYPE" val="pureTxt"/>
  <p:tag name="KSO_WM_SLIDE_SIZE" val="850*457"/>
  <p:tag name="KSO_WM_SLIDE_POSITION" val="54*28"/>
  <p:tag name="KSO_WM_SLIDE_LAYOUT" val="a_f"/>
  <p:tag name="KSO_WM_SLIDE_LAYOUT_CNT" val="1_1"/>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8*a*1"/>
  <p:tag name="KSO_WM_TEMPLATE_CATEGORY" val="custom"/>
  <p:tag name="KSO_WM_TEMPLATE_INDEX" val="20233105"/>
  <p:tag name="KSO_WM_UNIT_LAYERLEVEL" val="1"/>
  <p:tag name="KSO_WM_TAG_VERSION" val="3.0"/>
  <p:tag name="KSO_WM_BEAUTIFY_FLAG" val="#wm#"/>
  <p:tag name="KSO_WM_UNIT_ISCONTENTSTITLE" val="0"/>
  <p:tag name="KSO_WM_UNIT_ISNUMDGMTITLE" val="0"/>
  <p:tag name="KSO_WM_UNIT_NOCLEAR" val="0"/>
  <p:tag name="KSO_WM_UNIT_VALUE" val="20"/>
  <p:tag name="KSO_WM_UNIT_TYPE" val="a"/>
  <p:tag name="KSO_WM_UNIT_INDEX" val="1"/>
  <p:tag name="KSO_WM_UNIT_PRESET_TEXT" val="单击此处添加标题"/>
  <p:tag name="KSO_WM_UNIT_TEXT_TYPE" val="1"/>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8*f*1"/>
  <p:tag name="KSO_WM_TEMPLATE_CATEGORY" val="custom"/>
  <p:tag name="KSO_WM_TEMPLATE_INDEX" val="20233105"/>
  <p:tag name="KSO_WM_UNIT_LAYERLEVEL" val="1"/>
  <p:tag name="KSO_WM_TAG_VERSION" val="3.0"/>
  <p:tag name="KSO_WM_BEAUTIFY_FLAG" val="#wm#"/>
  <p:tag name="KSO_WM_UNIT_SUBTYPE" val="a"/>
  <p:tag name="KSO_WM_UNIT_NOCLEAR" val="0"/>
  <p:tag name="KSO_WM_UNIT_VALUE" val="330"/>
  <p:tag name="KSO_WM_UNIT_TYPE" val="f"/>
  <p:tag name="KSO_WM_UNIT_INDEX" val="1"/>
  <p:tag name="KSO_WM_UNIT_PRESET_TEXT" val="单击此处添加文本"/>
  <p:tag name="KSO_WM_UNIT_TEXT_TYPE" val="1"/>
</p:tagLst>
</file>

<file path=ppt/tags/tag89.xml><?xml version="1.0" encoding="utf-8"?>
<p:tagLst xmlns:p="http://schemas.openxmlformats.org/presentationml/2006/main">
  <p:tag name="KSO_WM_SLIDE_ID" val="custom20233105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3105"/>
  <p:tag name="KSO_WM_SLIDE_TYPE" val="text"/>
  <p:tag name="KSO_WM_SLIDE_SUBTYPE" val="pureTxt"/>
  <p:tag name="KSO_WM_SLIDE_SIZE" val="850*457"/>
  <p:tag name="KSO_WM_SLIDE_POSITION" val="54*28"/>
  <p:tag name="KSO_WM_SLIDE_LAYOUT" val="a_f"/>
  <p:tag name="KSO_WM_SLIDE_LAYOUT_CNT" val="1_1"/>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8*a*1"/>
  <p:tag name="KSO_WM_TEMPLATE_CATEGORY" val="custom"/>
  <p:tag name="KSO_WM_TEMPLATE_INDEX" val="20233105"/>
  <p:tag name="KSO_WM_UNIT_LAYERLEVEL" val="1"/>
  <p:tag name="KSO_WM_TAG_VERSION" val="3.0"/>
  <p:tag name="KSO_WM_BEAUTIFY_FLAG" val="#wm#"/>
  <p:tag name="KSO_WM_UNIT_ISCONTENTSTITLE" val="0"/>
  <p:tag name="KSO_WM_UNIT_ISNUMDGMTITLE" val="0"/>
  <p:tag name="KSO_WM_UNIT_NOCLEAR" val="0"/>
  <p:tag name="KSO_WM_UNIT_VALUE" val="20"/>
  <p:tag name="KSO_WM_UNIT_TYPE" val="a"/>
  <p:tag name="KSO_WM_UNIT_INDEX" val="1"/>
  <p:tag name="KSO_WM_UNIT_PRESET_TEXT" val="单击此处添加标题"/>
  <p:tag name="KSO_WM_UNIT_TEXT_TYPE" val="1"/>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8*f*1"/>
  <p:tag name="KSO_WM_TEMPLATE_CATEGORY" val="custom"/>
  <p:tag name="KSO_WM_TEMPLATE_INDEX" val="20233105"/>
  <p:tag name="KSO_WM_UNIT_LAYERLEVEL" val="1"/>
  <p:tag name="KSO_WM_TAG_VERSION" val="3.0"/>
  <p:tag name="KSO_WM_BEAUTIFY_FLAG" val="#wm#"/>
  <p:tag name="KSO_WM_UNIT_SUBTYPE" val="a"/>
  <p:tag name="KSO_WM_UNIT_NOCLEAR" val="0"/>
  <p:tag name="KSO_WM_UNIT_VALUE" val="330"/>
  <p:tag name="KSO_WM_UNIT_TYPE" val="f"/>
  <p:tag name="KSO_WM_UNIT_INDEX" val="1"/>
  <p:tag name="KSO_WM_UNIT_PRESET_TEXT" val="单击此处添加文本"/>
  <p:tag name="KSO_WM_UNIT_TEXT_TYPE" val="1"/>
</p:tagLst>
</file>

<file path=ppt/tags/tag92.xml><?xml version="1.0" encoding="utf-8"?>
<p:tagLst xmlns:p="http://schemas.openxmlformats.org/presentationml/2006/main">
  <p:tag name="KSO_WM_SLIDE_ID" val="custom20233105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3105"/>
  <p:tag name="KSO_WM_SLIDE_TYPE" val="text"/>
  <p:tag name="KSO_WM_SLIDE_SUBTYPE" val="pureTxt"/>
  <p:tag name="KSO_WM_SLIDE_SIZE" val="850*457"/>
  <p:tag name="KSO_WM_SLIDE_POSITION" val="54*28"/>
  <p:tag name="KSO_WM_SLIDE_LAYOUT" val="a_f"/>
  <p:tag name="KSO_WM_SLIDE_LAYOUT_CNT" val="1_1"/>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8*a*1"/>
  <p:tag name="KSO_WM_TEMPLATE_CATEGORY" val="custom"/>
  <p:tag name="KSO_WM_TEMPLATE_INDEX" val="20233105"/>
  <p:tag name="KSO_WM_UNIT_LAYERLEVEL" val="1"/>
  <p:tag name="KSO_WM_TAG_VERSION" val="3.0"/>
  <p:tag name="KSO_WM_BEAUTIFY_FLAG" val="#wm#"/>
  <p:tag name="KSO_WM_UNIT_ISCONTENTSTITLE" val="0"/>
  <p:tag name="KSO_WM_UNIT_ISNUMDGMTITLE" val="0"/>
  <p:tag name="KSO_WM_UNIT_NOCLEAR" val="0"/>
  <p:tag name="KSO_WM_UNIT_VALUE" val="20"/>
  <p:tag name="KSO_WM_UNIT_TYPE" val="a"/>
  <p:tag name="KSO_WM_UNIT_INDEX" val="1"/>
  <p:tag name="KSO_WM_UNIT_PRESET_TEXT" val="单击此处添加标题"/>
  <p:tag name="KSO_WM_UNIT_TEXT_TYPE" val="1"/>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8*f*1"/>
  <p:tag name="KSO_WM_TEMPLATE_CATEGORY" val="custom"/>
  <p:tag name="KSO_WM_TEMPLATE_INDEX" val="20233105"/>
  <p:tag name="KSO_WM_UNIT_LAYERLEVEL" val="1"/>
  <p:tag name="KSO_WM_TAG_VERSION" val="3.0"/>
  <p:tag name="KSO_WM_BEAUTIFY_FLAG" val="#wm#"/>
  <p:tag name="KSO_WM_UNIT_SUBTYPE" val="a"/>
  <p:tag name="KSO_WM_UNIT_NOCLEAR" val="0"/>
  <p:tag name="KSO_WM_UNIT_VALUE" val="330"/>
  <p:tag name="KSO_WM_UNIT_TYPE" val="f"/>
  <p:tag name="KSO_WM_UNIT_INDEX" val="1"/>
  <p:tag name="KSO_WM_UNIT_PRESET_TEXT" val="单击此处添加文本"/>
  <p:tag name="KSO_WM_UNIT_TEXT_TYPE" val="1"/>
</p:tagLst>
</file>

<file path=ppt/tags/tag95.xml><?xml version="1.0" encoding="utf-8"?>
<p:tagLst xmlns:p="http://schemas.openxmlformats.org/presentationml/2006/main">
  <p:tag name="KSO_WM_SLIDE_ID" val="custom20233105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3105"/>
  <p:tag name="KSO_WM_SLIDE_TYPE" val="text"/>
  <p:tag name="KSO_WM_SLIDE_SUBTYPE" val="pureTxt"/>
  <p:tag name="KSO_WM_SLIDE_SIZE" val="850*457"/>
  <p:tag name="KSO_WM_SLIDE_POSITION" val="54*28"/>
  <p:tag name="KSO_WM_SLIDE_LAYOUT" val="a_f"/>
  <p:tag name="KSO_WM_SLIDE_LAYOUT_CNT" val="1_1"/>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8*a*1"/>
  <p:tag name="KSO_WM_TEMPLATE_CATEGORY" val="custom"/>
  <p:tag name="KSO_WM_TEMPLATE_INDEX" val="20233105"/>
  <p:tag name="KSO_WM_UNIT_LAYERLEVEL" val="1"/>
  <p:tag name="KSO_WM_TAG_VERSION" val="3.0"/>
  <p:tag name="KSO_WM_BEAUTIFY_FLAG" val="#wm#"/>
  <p:tag name="KSO_WM_UNIT_ISCONTENTSTITLE" val="0"/>
  <p:tag name="KSO_WM_UNIT_ISNUMDGMTITLE" val="0"/>
  <p:tag name="KSO_WM_UNIT_NOCLEAR" val="0"/>
  <p:tag name="KSO_WM_UNIT_VALUE" val="20"/>
  <p:tag name="KSO_WM_UNIT_TYPE" val="a"/>
  <p:tag name="KSO_WM_UNIT_INDEX" val="1"/>
  <p:tag name="KSO_WM_UNIT_PRESET_TEXT" val="单击此处添加标题"/>
  <p:tag name="KSO_WM_UNIT_TEXT_TYPE" val="1"/>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8*f*1"/>
  <p:tag name="KSO_WM_TEMPLATE_CATEGORY" val="custom"/>
  <p:tag name="KSO_WM_TEMPLATE_INDEX" val="20233105"/>
  <p:tag name="KSO_WM_UNIT_LAYERLEVEL" val="1"/>
  <p:tag name="KSO_WM_TAG_VERSION" val="3.0"/>
  <p:tag name="KSO_WM_BEAUTIFY_FLAG" val="#wm#"/>
  <p:tag name="KSO_WM_UNIT_SUBTYPE" val="a"/>
  <p:tag name="KSO_WM_UNIT_NOCLEAR" val="0"/>
  <p:tag name="KSO_WM_UNIT_VALUE" val="330"/>
  <p:tag name="KSO_WM_UNIT_TYPE" val="f"/>
  <p:tag name="KSO_WM_UNIT_INDEX" val="1"/>
  <p:tag name="KSO_WM_UNIT_PRESET_TEXT" val="单击此处添加文本"/>
  <p:tag name="KSO_WM_UNIT_TEXT_TYPE" val="1"/>
</p:tagLst>
</file>

<file path=ppt/tags/tag98.xml><?xml version="1.0" encoding="utf-8"?>
<p:tagLst xmlns:p="http://schemas.openxmlformats.org/presentationml/2006/main">
  <p:tag name="KSO_WM_SLIDE_ID" val="custom20233105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3105"/>
  <p:tag name="KSO_WM_SLIDE_TYPE" val="text"/>
  <p:tag name="KSO_WM_SLIDE_SUBTYPE" val="pureTxt"/>
  <p:tag name="KSO_WM_SLIDE_SIZE" val="850*457"/>
  <p:tag name="KSO_WM_SLIDE_POSITION" val="54*28"/>
  <p:tag name="KSO_WM_SLIDE_LAYOUT" val="a_f"/>
  <p:tag name="KSO_WM_SLIDE_LAYOUT_CNT" val="1_1"/>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8*a*1"/>
  <p:tag name="KSO_WM_TEMPLATE_CATEGORY" val="custom"/>
  <p:tag name="KSO_WM_TEMPLATE_INDEX" val="20233105"/>
  <p:tag name="KSO_WM_UNIT_LAYERLEVEL" val="1"/>
  <p:tag name="KSO_WM_TAG_VERSION" val="3.0"/>
  <p:tag name="KSO_WM_BEAUTIFY_FLAG" val="#wm#"/>
  <p:tag name="KSO_WM_UNIT_ISCONTENTSTITLE" val="0"/>
  <p:tag name="KSO_WM_UNIT_ISNUMDGMTITLE" val="0"/>
  <p:tag name="KSO_WM_UNIT_NOCLEAR" val="0"/>
  <p:tag name="KSO_WM_UNIT_VALUE" val="20"/>
  <p:tag name="KSO_WM_UNIT_TYPE" val="a"/>
  <p:tag name="KSO_WM_UNIT_INDEX" val="1"/>
  <p:tag name="KSO_WM_UNIT_PRESET_TEXT" val="单击此处添加标题"/>
  <p:tag name="KSO_WM_UNIT_TEXT_TYPE" val="1"/>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8*f*1"/>
  <p:tag name="KSO_WM_TEMPLATE_CATEGORY" val="custom"/>
  <p:tag name="KSO_WM_TEMPLATE_INDEX" val="20233105"/>
  <p:tag name="KSO_WM_UNIT_LAYERLEVEL" val="1"/>
  <p:tag name="KSO_WM_TAG_VERSION" val="3.0"/>
  <p:tag name="KSO_WM_BEAUTIFY_FLAG" val="#wm#"/>
  <p:tag name="KSO_WM_UNIT_SUBTYPE" val="a"/>
  <p:tag name="KSO_WM_UNIT_NOCLEAR" val="0"/>
  <p:tag name="KSO_WM_UNIT_VALUE" val="330"/>
  <p:tag name="KSO_WM_UNIT_TYPE" val="f"/>
  <p:tag name="KSO_WM_UNIT_INDEX" val="1"/>
  <p:tag name="KSO_WM_UNIT_PRESET_TEXT" val="单击此处添加文本"/>
  <p:tag name="KSO_WM_UNIT_TEXT_TYPE" val="1"/>
</p:tagLst>
</file>

<file path=ppt/tags/tag101.xml><?xml version="1.0" encoding="utf-8"?>
<p:tagLst xmlns:p="http://schemas.openxmlformats.org/presentationml/2006/main">
  <p:tag name="KSO_WM_SLIDE_ID" val="custom20233105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3105"/>
  <p:tag name="KSO_WM_SLIDE_TYPE" val="text"/>
  <p:tag name="KSO_WM_SLIDE_SUBTYPE" val="pureTxt"/>
  <p:tag name="KSO_WM_SLIDE_SIZE" val="850*457"/>
  <p:tag name="KSO_WM_SLIDE_POSITION" val="54*28"/>
  <p:tag name="KSO_WM_SLIDE_LAYOUT" val="a_f"/>
  <p:tag name="KSO_WM_SLIDE_LAYOUT_CNT" val="1_1"/>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8*a*1"/>
  <p:tag name="KSO_WM_TEMPLATE_CATEGORY" val="custom"/>
  <p:tag name="KSO_WM_TEMPLATE_INDEX" val="20233105"/>
  <p:tag name="KSO_WM_UNIT_LAYERLEVEL" val="1"/>
  <p:tag name="KSO_WM_TAG_VERSION" val="3.0"/>
  <p:tag name="KSO_WM_BEAUTIFY_FLAG" val="#wm#"/>
  <p:tag name="KSO_WM_UNIT_ISCONTENTSTITLE" val="0"/>
  <p:tag name="KSO_WM_UNIT_ISNUMDGMTITLE" val="0"/>
  <p:tag name="KSO_WM_UNIT_NOCLEAR" val="0"/>
  <p:tag name="KSO_WM_UNIT_VALUE" val="20"/>
  <p:tag name="KSO_WM_UNIT_TYPE" val="a"/>
  <p:tag name="KSO_WM_UNIT_INDEX" val="1"/>
  <p:tag name="KSO_WM_UNIT_PRESET_TEXT" val="单击此处添加标题"/>
  <p:tag name="KSO_WM_UNIT_TEXT_TYPE" val="1"/>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8*f*1"/>
  <p:tag name="KSO_WM_TEMPLATE_CATEGORY" val="custom"/>
  <p:tag name="KSO_WM_TEMPLATE_INDEX" val="20233105"/>
  <p:tag name="KSO_WM_UNIT_LAYERLEVEL" val="1"/>
  <p:tag name="KSO_WM_TAG_VERSION" val="3.0"/>
  <p:tag name="KSO_WM_BEAUTIFY_FLAG" val="#wm#"/>
  <p:tag name="KSO_WM_UNIT_SUBTYPE" val="a"/>
  <p:tag name="KSO_WM_UNIT_NOCLEAR" val="0"/>
  <p:tag name="KSO_WM_UNIT_VALUE" val="330"/>
  <p:tag name="KSO_WM_UNIT_TYPE" val="f"/>
  <p:tag name="KSO_WM_UNIT_INDEX" val="1"/>
  <p:tag name="KSO_WM_UNIT_PRESET_TEXT" val="单击此处添加文本"/>
  <p:tag name="KSO_WM_UNIT_TEXT_TYPE" val="1"/>
</p:tagLst>
</file>

<file path=ppt/tags/tag104.xml><?xml version="1.0" encoding="utf-8"?>
<p:tagLst xmlns:p="http://schemas.openxmlformats.org/presentationml/2006/main">
  <p:tag name="KSO_WM_SLIDE_ID" val="custom20233105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3105"/>
  <p:tag name="KSO_WM_SLIDE_TYPE" val="text"/>
  <p:tag name="KSO_WM_SLIDE_SUBTYPE" val="pureTxt"/>
  <p:tag name="KSO_WM_SLIDE_SIZE" val="850*457"/>
  <p:tag name="KSO_WM_SLIDE_POSITION" val="54*28"/>
  <p:tag name="KSO_WM_SLIDE_LAYOUT" val="a_f"/>
  <p:tag name="KSO_WM_SLIDE_LAYOUT_CNT" val="1_1"/>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8*a*1"/>
  <p:tag name="KSO_WM_TEMPLATE_CATEGORY" val="custom"/>
  <p:tag name="KSO_WM_TEMPLATE_INDEX" val="20233105"/>
  <p:tag name="KSO_WM_UNIT_LAYERLEVEL" val="1"/>
  <p:tag name="KSO_WM_TAG_VERSION" val="3.0"/>
  <p:tag name="KSO_WM_BEAUTIFY_FLAG" val="#wm#"/>
  <p:tag name="KSO_WM_UNIT_ISCONTENTSTITLE" val="0"/>
  <p:tag name="KSO_WM_UNIT_ISNUMDGMTITLE" val="0"/>
  <p:tag name="KSO_WM_UNIT_NOCLEAR" val="0"/>
  <p:tag name="KSO_WM_UNIT_VALUE" val="20"/>
  <p:tag name="KSO_WM_UNIT_TYPE" val="a"/>
  <p:tag name="KSO_WM_UNIT_INDEX" val="1"/>
  <p:tag name="KSO_WM_UNIT_PRESET_TEXT" val="单击此处添加标题"/>
  <p:tag name="KSO_WM_UNIT_TEXT_TYPE" val="1"/>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8*f*1"/>
  <p:tag name="KSO_WM_TEMPLATE_CATEGORY" val="custom"/>
  <p:tag name="KSO_WM_TEMPLATE_INDEX" val="20233105"/>
  <p:tag name="KSO_WM_UNIT_LAYERLEVEL" val="1"/>
  <p:tag name="KSO_WM_TAG_VERSION" val="3.0"/>
  <p:tag name="KSO_WM_BEAUTIFY_FLAG" val="#wm#"/>
  <p:tag name="KSO_WM_UNIT_SUBTYPE" val="a"/>
  <p:tag name="KSO_WM_UNIT_NOCLEAR" val="0"/>
  <p:tag name="KSO_WM_UNIT_VALUE" val="330"/>
  <p:tag name="KSO_WM_UNIT_TYPE" val="f"/>
  <p:tag name="KSO_WM_UNIT_INDEX" val="1"/>
  <p:tag name="KSO_WM_UNIT_PRESET_TEXT" val="单击此处添加文本"/>
  <p:tag name="KSO_WM_UNIT_TEXT_TYPE" val="1"/>
</p:tagLst>
</file>

<file path=ppt/tags/tag107.xml><?xml version="1.0" encoding="utf-8"?>
<p:tagLst xmlns:p="http://schemas.openxmlformats.org/presentationml/2006/main">
  <p:tag name="KSO_WM_SLIDE_ID" val="custom20233105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3105"/>
  <p:tag name="KSO_WM_SLIDE_TYPE" val="text"/>
  <p:tag name="KSO_WM_SLIDE_SUBTYPE" val="pureTxt"/>
  <p:tag name="KSO_WM_SLIDE_SIZE" val="850*457"/>
  <p:tag name="KSO_WM_SLIDE_POSITION" val="54*28"/>
  <p:tag name="KSO_WM_SLIDE_LAYOUT" val="a_f"/>
  <p:tag name="KSO_WM_SLIDE_LAYOUT_CNT" val="1_1"/>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8*a*1"/>
  <p:tag name="KSO_WM_TEMPLATE_CATEGORY" val="custom"/>
  <p:tag name="KSO_WM_TEMPLATE_INDEX" val="20233105"/>
  <p:tag name="KSO_WM_UNIT_LAYERLEVEL" val="1"/>
  <p:tag name="KSO_WM_TAG_VERSION" val="3.0"/>
  <p:tag name="KSO_WM_BEAUTIFY_FLAG" val="#wm#"/>
  <p:tag name="KSO_WM_UNIT_ISCONTENTSTITLE" val="0"/>
  <p:tag name="KSO_WM_UNIT_ISNUMDGMTITLE" val="0"/>
  <p:tag name="KSO_WM_UNIT_NOCLEAR" val="0"/>
  <p:tag name="KSO_WM_UNIT_VALUE" val="20"/>
  <p:tag name="KSO_WM_UNIT_TYPE" val="a"/>
  <p:tag name="KSO_WM_UNIT_INDEX" val="1"/>
  <p:tag name="KSO_WM_UNIT_PRESET_TEXT" val="单击此处添加标题"/>
  <p:tag name="KSO_WM_UNIT_TEXT_TYPE" val="1"/>
</p:tagLst>
</file>

<file path=ppt/tags/tag109.xml><?xml version="1.0" encoding="utf-8"?>
<p:tagLst xmlns:p="http://schemas.openxmlformats.org/presentationml/2006/main">
  <p:tag name="TABLE_ENDDRAG_ORIGIN_RECT" val="837*106"/>
  <p:tag name="TABLE_ENDDRAG_RECT" val="54*183*838*106"/>
</p:tagLst>
</file>

<file path=ppt/tags/tag110.xml><?xml version="1.0" encoding="utf-8"?>
<p:tagLst xmlns:p="http://schemas.openxmlformats.org/presentationml/2006/main">
  <p:tag name="KSO_WM_SLIDE_ID" val="custom20233105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3105"/>
  <p:tag name="KSO_WM_SLIDE_TYPE" val="text"/>
  <p:tag name="KSO_WM_SLIDE_SUBTYPE" val="pureTxt"/>
  <p:tag name="KSO_WM_SLIDE_SIZE" val="850*457"/>
  <p:tag name="KSO_WM_SLIDE_POSITION" val="54*28"/>
  <p:tag name="KSO_WM_SLIDE_LAYOUT" val="a_f"/>
  <p:tag name="KSO_WM_SLIDE_LAYOUT_CNT" val="1_1"/>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8*a*1"/>
  <p:tag name="KSO_WM_TEMPLATE_CATEGORY" val="custom"/>
  <p:tag name="KSO_WM_TEMPLATE_INDEX" val="20233105"/>
  <p:tag name="KSO_WM_UNIT_LAYERLEVEL" val="1"/>
  <p:tag name="KSO_WM_TAG_VERSION" val="3.0"/>
  <p:tag name="KSO_WM_BEAUTIFY_FLAG" val="#wm#"/>
  <p:tag name="KSO_WM_UNIT_ISCONTENTSTITLE" val="0"/>
  <p:tag name="KSO_WM_UNIT_ISNUMDGMTITLE" val="0"/>
  <p:tag name="KSO_WM_UNIT_NOCLEAR" val="0"/>
  <p:tag name="KSO_WM_UNIT_VALUE" val="20"/>
  <p:tag name="KSO_WM_UNIT_TYPE" val="a"/>
  <p:tag name="KSO_WM_UNIT_INDEX" val="1"/>
  <p:tag name="KSO_WM_UNIT_PRESET_TEXT" val="单击此处添加标题"/>
  <p:tag name="KSO_WM_UNIT_TEXT_TYPE" val="1"/>
</p:tagLst>
</file>

<file path=ppt/tags/tag112.xml><?xml version="1.0" encoding="utf-8"?>
<p:tagLst xmlns:p="http://schemas.openxmlformats.org/presentationml/2006/main">
  <p:tag name="KSO_WM_SLIDE_ID" val="custom20233105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3105"/>
  <p:tag name="KSO_WM_SLIDE_TYPE" val="text"/>
  <p:tag name="KSO_WM_SLIDE_SUBTYPE" val="pureTxt"/>
  <p:tag name="KSO_WM_SLIDE_SIZE" val="850*457"/>
  <p:tag name="KSO_WM_SLIDE_POSITION" val="54*28"/>
  <p:tag name="KSO_WM_SLIDE_LAYOUT" val="a_f"/>
  <p:tag name="KSO_WM_SLIDE_LAYOUT_CNT" val="1_1"/>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8*a*1"/>
  <p:tag name="KSO_WM_TEMPLATE_CATEGORY" val="custom"/>
  <p:tag name="KSO_WM_TEMPLATE_INDEX" val="20233105"/>
  <p:tag name="KSO_WM_UNIT_LAYERLEVEL" val="1"/>
  <p:tag name="KSO_WM_TAG_VERSION" val="3.0"/>
  <p:tag name="KSO_WM_BEAUTIFY_FLAG" val="#wm#"/>
  <p:tag name="KSO_WM_UNIT_ISCONTENTSTITLE" val="0"/>
  <p:tag name="KSO_WM_UNIT_ISNUMDGMTITLE" val="0"/>
  <p:tag name="KSO_WM_UNIT_NOCLEAR" val="0"/>
  <p:tag name="KSO_WM_UNIT_VALUE" val="20"/>
  <p:tag name="KSO_WM_UNIT_TYPE" val="a"/>
  <p:tag name="KSO_WM_UNIT_INDEX" val="1"/>
  <p:tag name="KSO_WM_UNIT_PRESET_TEXT" val="单击此处添加标题"/>
  <p:tag name="KSO_WM_UNIT_TEXT_TYPE" val="1"/>
</p:tagLst>
</file>

<file path=ppt/tags/tag114.xml><?xml version="1.0" encoding="utf-8"?>
<p:tagLst xmlns:p="http://schemas.openxmlformats.org/presentationml/2006/main">
  <p:tag name="TABLE_ENDDRAG_ORIGIN_RECT" val="842*362"/>
  <p:tag name="TABLE_ENDDRAG_RECT" val="26*102*842*362"/>
</p:tagLst>
</file>

<file path=ppt/tags/tag115.xml><?xml version="1.0" encoding="utf-8"?>
<p:tagLst xmlns:p="http://schemas.openxmlformats.org/presentationml/2006/main">
  <p:tag name="KSO_WM_SLIDE_ID" val="custom20233105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3105"/>
  <p:tag name="KSO_WM_SLIDE_TYPE" val="text"/>
  <p:tag name="KSO_WM_SLIDE_SUBTYPE" val="pureTxt"/>
  <p:tag name="KSO_WM_SLIDE_SIZE" val="850*457"/>
  <p:tag name="KSO_WM_SLIDE_POSITION" val="54*28"/>
  <p:tag name="KSO_WM_SLIDE_LAYOUT" val="a_f"/>
  <p:tag name="KSO_WM_SLIDE_LAYOUT_CNT" val="1_1"/>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8*a*1"/>
  <p:tag name="KSO_WM_TEMPLATE_CATEGORY" val="custom"/>
  <p:tag name="KSO_WM_TEMPLATE_INDEX" val="20233105"/>
  <p:tag name="KSO_WM_UNIT_LAYERLEVEL" val="1"/>
  <p:tag name="KSO_WM_TAG_VERSION" val="3.0"/>
  <p:tag name="KSO_WM_BEAUTIFY_FLAG" val="#wm#"/>
  <p:tag name="KSO_WM_UNIT_ISCONTENTSTITLE" val="0"/>
  <p:tag name="KSO_WM_UNIT_ISNUMDGMTITLE" val="0"/>
  <p:tag name="KSO_WM_UNIT_NOCLEAR" val="0"/>
  <p:tag name="KSO_WM_UNIT_VALUE" val="20"/>
  <p:tag name="KSO_WM_UNIT_TYPE" val="a"/>
  <p:tag name="KSO_WM_UNIT_INDEX" val="1"/>
  <p:tag name="KSO_WM_UNIT_PRESET_TEXT" val="单击此处添加标题"/>
  <p:tag name="KSO_WM_UNIT_TEXT_TYPE" val="1"/>
</p:tagLst>
</file>

<file path=ppt/tags/tag117.xml><?xml version="1.0" encoding="utf-8"?>
<p:tagLst xmlns:p="http://schemas.openxmlformats.org/presentationml/2006/main">
  <p:tag name="KSO_WM_SLIDE_ID" val="custom20233105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3105"/>
  <p:tag name="KSO_WM_SLIDE_TYPE" val="text"/>
  <p:tag name="KSO_WM_SLIDE_SUBTYPE" val="pureTxt"/>
  <p:tag name="KSO_WM_SLIDE_SIZE" val="850*457"/>
  <p:tag name="KSO_WM_SLIDE_POSITION" val="54*28"/>
  <p:tag name="KSO_WM_SLIDE_LAYOUT" val="a_f"/>
  <p:tag name="KSO_WM_SLIDE_LAYOUT_CNT" val="1_1"/>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9*a*1"/>
  <p:tag name="KSO_WM_TEMPLATE_CATEGORY" val="custom"/>
  <p:tag name="KSO_WM_TEMPLATE_INDEX" val="20233105"/>
  <p:tag name="KSO_WM_UNIT_LAYERLEVEL" val="1"/>
  <p:tag name="KSO_WM_TAG_VERSION" val="3.0"/>
  <p:tag name="KSO_WM_BEAUTIFY_FLAG" val="#wm#"/>
  <p:tag name="KSO_WM_UNIT_ISCONTENTSTITLE" val="0"/>
  <p:tag name="KSO_WM_UNIT_ISNUMDGMTITLE" val="0"/>
  <p:tag name="KSO_WM_UNIT_NOCLEAR" val="1"/>
  <p:tag name="KSO_WM_UNIT_TYPE" val="a"/>
  <p:tag name="KSO_WM_UNIT_INDEX" val="1"/>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9*f*4"/>
  <p:tag name="KSO_WM_TEMPLATE_CATEGORY" val="custom"/>
  <p:tag name="KSO_WM_TEMPLATE_INDEX" val="20233105"/>
  <p:tag name="KSO_WM_UNIT_LAYERLEVEL" val="1"/>
  <p:tag name="KSO_WM_TAG_VERSION" val="3.0"/>
  <p:tag name="KSO_WM_BEAUTIFY_FLAG" val="#wm#"/>
  <p:tag name="KSO_WM_UNIT_SUBTYPE" val="b"/>
  <p:tag name="KSO_WM_UNIT_NOCLEAR" val="0"/>
  <p:tag name="KSO_WM_UNIT_VALUE" val="8"/>
  <p:tag name="KSO_WM_UNIT_TYPE" val="f"/>
  <p:tag name="KSO_WM_UNIT_INDEX" val="4"/>
</p:tagLst>
</file>

<file path=ppt/tags/tag120.xml><?xml version="1.0" encoding="utf-8"?>
<p:tagLst xmlns:p="http://schemas.openxmlformats.org/presentationml/2006/main">
  <p:tag name="KSO_WM_SLIDE_ID" val="custom20233105_9"/>
  <p:tag name="KSO_WM_TEMPLATE_SUBCATEGORY" val="29"/>
  <p:tag name="KSO_WM_TEMPLATE_MASTER_TYPE" val="0"/>
  <p:tag name="KSO_WM_TEMPLATE_COLOR_TYPE" val="0"/>
  <p:tag name="KSO_WM_SLIDE_ITEM_CNT" val="0"/>
  <p:tag name="KSO_WM_SLIDE_INDEX" val="9"/>
  <p:tag name="KSO_WM_TAG_VERSION" val="3.0"/>
  <p:tag name="KSO_WM_BEAUTIFY_FLAG" val="#wm#"/>
  <p:tag name="KSO_WM_TEMPLATE_CATEGORY" val="custom"/>
  <p:tag name="KSO_WM_TEMPLATE_INDEX" val="20233105"/>
  <p:tag name="KSO_WM_SLIDE_TYPE" val="endPage"/>
  <p:tag name="KSO_WM_SLIDE_SUBTYPE" val="pureTxt"/>
  <p:tag name="KSO_WM_SLIDE_LAYOUT" val="a_f"/>
  <p:tag name="KSO_WM_SLIDE_LAYOUT_CNT" val="1_1"/>
</p:tagLst>
</file>

<file path=ppt/theme/theme1.xml><?xml version="1.0" encoding="utf-8"?>
<a:theme xmlns:a="http://schemas.openxmlformats.org/drawingml/2006/main" name="Office 主题​​">
  <a:themeElements>
    <a:clrScheme name="">
      <a:dk1>
        <a:srgbClr val="000000"/>
      </a:dk1>
      <a:lt1>
        <a:srgbClr val="FFFFFF"/>
      </a:lt1>
      <a:dk2>
        <a:srgbClr val="44546A"/>
      </a:dk2>
      <a:lt2>
        <a:srgbClr val="FFFFFF"/>
      </a:lt2>
      <a:accent1>
        <a:srgbClr val="776CFD"/>
      </a:accent1>
      <a:accent2>
        <a:srgbClr val="5D95F1"/>
      </a:accent2>
      <a:accent3>
        <a:srgbClr val="655BE6"/>
      </a:accent3>
      <a:accent4>
        <a:srgbClr val="6C95FD"/>
      </a:accent4>
      <a:accent5>
        <a:srgbClr val="64DCBF"/>
      </a:accent5>
      <a:accent6>
        <a:srgbClr val="33C2FF"/>
      </a:accent6>
      <a:hlink>
        <a:srgbClr val="658BD5"/>
      </a:hlink>
      <a:folHlink>
        <a:srgbClr val="A16AA5"/>
      </a:folHlink>
    </a:clrScheme>
    <a:fontScheme name="自定义 32">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dirty="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6213</Words>
  <Application>WPS Sheets</Application>
  <PresentationFormat>宽屏</PresentationFormat>
  <Paragraphs>191</Paragraphs>
  <Slides>14</Slides>
  <Notes>0</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14</vt:i4>
      </vt:variant>
    </vt:vector>
  </HeadingPairs>
  <TitlesOfParts>
    <vt:vector size="36" baseType="lpstr">
      <vt:lpstr>Arial</vt:lpstr>
      <vt:lpstr>SimSun</vt:lpstr>
      <vt:lpstr>Wingdings</vt:lpstr>
      <vt:lpstr>Microsoft YaHei</vt:lpstr>
      <vt:lpstr>汉仪旗黑</vt:lpstr>
      <vt:lpstr>HarmonyOS Sans SC</vt:lpstr>
      <vt:lpstr>+中文正文</vt:lpstr>
      <vt:lpstr>苹方-简</vt:lpstr>
      <vt:lpstr>Microsoft YaHei</vt:lpstr>
      <vt:lpstr>Arial Unicode MS</vt:lpstr>
      <vt:lpstr>SimSun</vt:lpstr>
      <vt:lpstr>汉仪书宋二KW</vt:lpstr>
      <vt:lpstr>OPPOSans M</vt:lpstr>
      <vt:lpstr>Thonburi</vt:lpstr>
      <vt:lpstr>宋体-简</vt:lpstr>
      <vt:lpstr>Calibri</vt:lpstr>
      <vt:lpstr>Helvetica Neue</vt:lpstr>
      <vt:lpstr>HarmonyOS Sans SC</vt:lpstr>
      <vt:lpstr>Microsoft YaHei</vt:lpstr>
      <vt:lpstr>OPPOSans M</vt:lpstr>
      <vt:lpstr>Microsoft YaHei</vt:lpstr>
      <vt:lpstr>Office 主题​​</vt:lpstr>
      <vt:lpstr>单击此处添加文档标题内容</vt:lpstr>
      <vt:lpstr>单击此处添加标题</vt:lpstr>
      <vt:lpstr>单击此处添加标题</vt:lpstr>
      <vt:lpstr>单击此处添加标题</vt:lpstr>
      <vt:lpstr>单击此处添加标题</vt:lpstr>
      <vt:lpstr>单击此处添加标题</vt:lpstr>
      <vt:lpstr>Analytic strategy</vt:lpstr>
      <vt:lpstr>Analytic strategy</vt:lpstr>
      <vt:lpstr>Descriptive and exploratory findings</vt:lpstr>
      <vt:lpstr>Analytic strategy</vt:lpstr>
      <vt:lpstr>Random Forest performance</vt:lpstr>
      <vt:lpstr>Analytic strategy</vt:lpstr>
      <vt:lpstr>Random Forest performance</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轩轩</cp:lastModifiedBy>
  <cp:revision>11</cp:revision>
  <dcterms:created xsi:type="dcterms:W3CDTF">2026-03-13T15:37:29Z</dcterms:created>
  <dcterms:modified xsi:type="dcterms:W3CDTF">2026-03-13T15:37:29Z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1033-12.1.24031.24031</vt:lpwstr>
  </property>
  <property fmtid="{D5CDD505-2E9C-101B-9397-08002B2CF9AE}" pid="3" name="ICV">
    <vt:lpwstr>F5E3EE909B3784428508B469FF8EDBE6_41</vt:lpwstr>
  </property>
</Properties>
</file>